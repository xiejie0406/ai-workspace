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381000" y="228600"/>
            <a:ext cx="11430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500" b="true">
                <a:solidFill>
                  <a:srgbClr val="1F3043"/>
                </a:solidFill>
                <a:ea typeface="Microsoft YaHei"/>
              </a:rPr>
              <a:t>合成测试方案B</a:t>
            </a:r>
            <a:endParaRPr lang="zh-CN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83" y="1079500"/>
            <a:ext cx="1947333" cy="2921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482600" y="4127500"/>
            <a:ext cx="26543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300" b="true">
                <a:solidFill>
                  <a:srgbClr val="1F3043"/>
                </a:solidFill>
                <a:ea typeface="Microsoft YaHei"/>
              </a:rPr>
              <a:t>合成测试 POOLUAT 第1类款2</a:t>
            </a:r>
            <a:endParaRPr lang="zh-CN"/>
          </a:p>
        </p:txBody>
      </p:sp>
      <p:sp>
        <p:nvSpPr>
          <p:cNvPr name="TextBox 5" id="5"/>
          <p:cNvSpPr txBox="true"/>
          <p:nvPr/>
        </p:nvSpPr>
        <p:spPr>
          <a:xfrm>
            <a:off x="482600" y="5168900"/>
            <a:ext cx="2654300" cy="7747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主 SKU：POOLUAT-0-1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品号：00001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货号：ART-0-1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颜色：黑色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82600" y="5943600"/>
            <a:ext cx="2654300" cy="317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200" b="true">
                <a:solidFill>
                  <a:srgbClr val="1F3043"/>
                </a:solidFill>
                <a:ea typeface="Microsoft YaHei"/>
              </a:rPr>
              <a:t>团购价：11.00 CNY</a:t>
            </a:r>
            <a:endParaRPr lang="zh-CN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583" y="1079500"/>
            <a:ext cx="1947333" cy="292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>
            <a:off x="3340100" y="4127500"/>
            <a:ext cx="26543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300" b="true">
                <a:solidFill>
                  <a:srgbClr val="1F3043"/>
                </a:solidFill>
                <a:ea typeface="Microsoft YaHei"/>
              </a:rPr>
              <a:t>合成测试 POOLUAT 第2类款3</a:t>
            </a:r>
            <a:endParaRPr lang="zh-CN"/>
          </a:p>
        </p:txBody>
      </p:sp>
      <p:sp>
        <p:nvSpPr>
          <p:cNvPr name="TextBox 9" id="9"/>
          <p:cNvSpPr txBox="true"/>
          <p:nvPr/>
        </p:nvSpPr>
        <p:spPr>
          <a:xfrm>
            <a:off x="3340100" y="5168900"/>
            <a:ext cx="2654300" cy="7747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主 SKU：POOLUAT-1-2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品号：00012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货号：ART-1-2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颜色：黑色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340100" y="5943600"/>
            <a:ext cx="2654300" cy="317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200" b="true">
                <a:solidFill>
                  <a:srgbClr val="1F3043"/>
                </a:solidFill>
                <a:ea typeface="Microsoft YaHei"/>
              </a:rPr>
              <a:t>团购价：22.00 CNY</a:t>
            </a:r>
            <a:endParaRPr lang="zh-CN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083" y="1079500"/>
            <a:ext cx="1947333" cy="2921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>
            <a:off x="6197600" y="4127500"/>
            <a:ext cx="26543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300" b="true">
                <a:solidFill>
                  <a:srgbClr val="1F3043"/>
                </a:solidFill>
                <a:ea typeface="Microsoft YaHei"/>
              </a:rPr>
              <a:t>合成测试 POOLUAT 第3类款4</a:t>
            </a:r>
            <a:endParaRPr lang="zh-CN"/>
          </a:p>
        </p:txBody>
      </p:sp>
      <p:sp>
        <p:nvSpPr>
          <p:cNvPr name="TextBox 13" id="13"/>
          <p:cNvSpPr txBox="true"/>
          <p:nvPr/>
        </p:nvSpPr>
        <p:spPr>
          <a:xfrm>
            <a:off x="6197600" y="5168900"/>
            <a:ext cx="2654300" cy="7747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主 SKU：POOLUAT-2-3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品号：00023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货号：ART-2-3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颜色：黑色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6197600" y="5943600"/>
            <a:ext cx="2654300" cy="317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200" b="true">
                <a:solidFill>
                  <a:srgbClr val="1F3043"/>
                </a:solidFill>
                <a:ea typeface="Microsoft YaHei"/>
              </a:rPr>
              <a:t>团购价：33.00 CNY</a:t>
            </a:r>
            <a:endParaRPr lang="zh-CN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583" y="1079500"/>
            <a:ext cx="1947333" cy="2921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>
            <a:off x="9055100" y="4127500"/>
            <a:ext cx="26543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300" b="true">
                <a:solidFill>
                  <a:srgbClr val="1F3043"/>
                </a:solidFill>
                <a:ea typeface="Microsoft YaHei"/>
              </a:rPr>
              <a:t>合成测试 POOLUAT 第4类款5</a:t>
            </a:r>
            <a:endParaRPr lang="zh-CN"/>
          </a:p>
        </p:txBody>
      </p:sp>
      <p:sp>
        <p:nvSpPr>
          <p:cNvPr name="TextBox 17" id="17"/>
          <p:cNvSpPr txBox="true"/>
          <p:nvPr/>
        </p:nvSpPr>
        <p:spPr>
          <a:xfrm>
            <a:off x="9055100" y="5168900"/>
            <a:ext cx="2654300" cy="7747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主 SKU：POOLUAT-3-4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品号：00034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货号：ART-3-4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颜色：黑色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9055100" y="5943600"/>
            <a:ext cx="2654300" cy="317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200" b="true">
                <a:solidFill>
                  <a:srgbClr val="1F3043"/>
                </a:solidFill>
                <a:ea typeface="Microsoft YaHei"/>
              </a:rPr>
              <a:t>团购价：44.00 CNY</a:t>
            </a:r>
            <a:endParaRPr lang="zh-CN"/>
          </a:p>
        </p:txBody>
      </p:sp>
      <p:sp>
        <p:nvSpPr>
          <p:cNvPr name="TextBox 19" id="19"/>
          <p:cNvSpPr txBox="true"/>
          <p:nvPr/>
        </p:nvSpPr>
        <p:spPr>
          <a:xfrm>
            <a:off x="381000" y="6477000"/>
            <a:ext cx="11430000" cy="25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900" b="false">
                <a:solidFill>
                  <a:srgbClr val="1F3043"/>
                </a:solidFill>
                <a:ea typeface="Microsoft YaHei"/>
              </a:rPr>
              <a:t>选品提案 · 参考价格 / included · 数据日期 2026-09-26T06:39:44.153199500Z · 草稿版本 1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381000" y="228600"/>
            <a:ext cx="11430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500" b="true">
                <a:solidFill>
                  <a:srgbClr val="1F3043"/>
                </a:solidFill>
                <a:ea typeface="Microsoft YaHei"/>
              </a:rPr>
              <a:t>合成测试方案A</a:t>
            </a:r>
            <a:endParaRPr lang="zh-CN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83" y="1079500"/>
            <a:ext cx="1947333" cy="2921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482600" y="4127500"/>
            <a:ext cx="26543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300" b="true">
                <a:solidFill>
                  <a:srgbClr val="1F3043"/>
                </a:solidFill>
                <a:ea typeface="Microsoft YaHei"/>
              </a:rPr>
              <a:t>合成测试 POOLUAT 第1类款1</a:t>
            </a:r>
            <a:endParaRPr lang="zh-CN"/>
          </a:p>
        </p:txBody>
      </p:sp>
      <p:sp>
        <p:nvSpPr>
          <p:cNvPr name="TextBox 5" id="5"/>
          <p:cNvSpPr txBox="true"/>
          <p:nvPr/>
        </p:nvSpPr>
        <p:spPr>
          <a:xfrm>
            <a:off x="482600" y="5168900"/>
            <a:ext cx="2654300" cy="7747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主 SKU：POOLUAT-0-0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品号：00000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货号：ART-0-0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颜色：黑色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82600" y="5943600"/>
            <a:ext cx="2654300" cy="317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200" b="true">
                <a:solidFill>
                  <a:srgbClr val="1F3043"/>
                </a:solidFill>
                <a:ea typeface="Microsoft YaHei"/>
              </a:rPr>
              <a:t>团购价：12.34 CNY</a:t>
            </a:r>
            <a:endParaRPr lang="zh-CN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583" y="1079500"/>
            <a:ext cx="1947333" cy="292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>
            <a:off x="3340100" y="4127500"/>
            <a:ext cx="26543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300" b="true">
                <a:solidFill>
                  <a:srgbClr val="1F3043"/>
                </a:solidFill>
                <a:ea typeface="Microsoft YaHei"/>
              </a:rPr>
              <a:t>合成测试 POOLUAT 第2类款1</a:t>
            </a:r>
            <a:endParaRPr lang="zh-CN"/>
          </a:p>
        </p:txBody>
      </p:sp>
      <p:sp>
        <p:nvSpPr>
          <p:cNvPr name="TextBox 9" id="9"/>
          <p:cNvSpPr txBox="true"/>
          <p:nvPr/>
        </p:nvSpPr>
        <p:spPr>
          <a:xfrm>
            <a:off x="3340100" y="5168900"/>
            <a:ext cx="2654300" cy="7747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主 SKU：POOLUAT-1-0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品号：00010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货号：ART-1-0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颜色：黑色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340100" y="5943600"/>
            <a:ext cx="2654300" cy="317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200" b="true">
                <a:solidFill>
                  <a:srgbClr val="1F3043"/>
                </a:solidFill>
                <a:ea typeface="Microsoft YaHei"/>
              </a:rPr>
              <a:t>团购价：20.00 CNY</a:t>
            </a:r>
            <a:endParaRPr lang="zh-CN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083" y="1079500"/>
            <a:ext cx="1947333" cy="2921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>
            <a:off x="6197600" y="4127500"/>
            <a:ext cx="26543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300" b="true">
                <a:solidFill>
                  <a:srgbClr val="1F3043"/>
                </a:solidFill>
                <a:ea typeface="Microsoft YaHei"/>
              </a:rPr>
              <a:t>合成测试 POOLUAT 第3类款1</a:t>
            </a:r>
            <a:endParaRPr lang="zh-CN"/>
          </a:p>
        </p:txBody>
      </p:sp>
      <p:sp>
        <p:nvSpPr>
          <p:cNvPr name="TextBox 13" id="13"/>
          <p:cNvSpPr txBox="true"/>
          <p:nvPr/>
        </p:nvSpPr>
        <p:spPr>
          <a:xfrm>
            <a:off x="6197600" y="5168900"/>
            <a:ext cx="2654300" cy="7747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主 SKU：POOLUAT-2-0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品号：00020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货号：ART-2-0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颜色：黑色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6197600" y="5943600"/>
            <a:ext cx="2654300" cy="317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200" b="true">
                <a:solidFill>
                  <a:srgbClr val="1F3043"/>
                </a:solidFill>
                <a:ea typeface="Microsoft YaHei"/>
              </a:rPr>
              <a:t>团购价：30.00 CNY</a:t>
            </a:r>
            <a:endParaRPr lang="zh-CN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583" y="1079500"/>
            <a:ext cx="1947333" cy="2921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>
            <a:off x="9055100" y="4127500"/>
            <a:ext cx="26543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300" b="true">
                <a:solidFill>
                  <a:srgbClr val="1F3043"/>
                </a:solidFill>
                <a:ea typeface="Microsoft YaHei"/>
              </a:rPr>
              <a:t>合成测试 POOLUAT 第4类款1</a:t>
            </a:r>
            <a:endParaRPr lang="zh-CN"/>
          </a:p>
        </p:txBody>
      </p:sp>
      <p:sp>
        <p:nvSpPr>
          <p:cNvPr name="TextBox 17" id="17"/>
          <p:cNvSpPr txBox="true"/>
          <p:nvPr/>
        </p:nvSpPr>
        <p:spPr>
          <a:xfrm>
            <a:off x="9055100" y="5168900"/>
            <a:ext cx="2654300" cy="7747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主 SKU：POOLUAT-3-0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品号：00030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货号：ART-3-0</a:t>
            </a:r>
          </a:p>
          <a:p>
            <a:pPr algn="l">
              <a:defRPr/>
            </a:pPr>
            <a:r>
              <a:rPr lang="en-US" sz="1000" b="false">
                <a:solidFill>
                  <a:srgbClr val="1F3043"/>
                </a:solidFill>
                <a:ea typeface="Microsoft YaHei"/>
              </a:rPr>
              <a:t>颜色：黑色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9055100" y="5943600"/>
            <a:ext cx="2654300" cy="317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200" b="true">
                <a:solidFill>
                  <a:srgbClr val="1F3043"/>
                </a:solidFill>
                <a:ea typeface="Microsoft YaHei"/>
              </a:rPr>
              <a:t>团购价：40.00 CNY</a:t>
            </a:r>
            <a:endParaRPr lang="zh-CN"/>
          </a:p>
        </p:txBody>
      </p:sp>
      <p:sp>
        <p:nvSpPr>
          <p:cNvPr name="TextBox 19" id="19"/>
          <p:cNvSpPr txBox="true"/>
          <p:nvPr/>
        </p:nvSpPr>
        <p:spPr>
          <a:xfrm>
            <a:off x="381000" y="6477000"/>
            <a:ext cx="11430000" cy="25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900" b="false">
                <a:solidFill>
                  <a:srgbClr val="1F3043"/>
                </a:solidFill>
                <a:ea typeface="Microsoft YaHei"/>
              </a:rPr>
              <a:t>选品提案 · 参考价格 / included · 数据日期 2026-09-26T06:39:44.153199500Z · 草稿版本 1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