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Series 05 A</c:v>
                </c:pt>
              </c:strCache>
            </c:strRef>
          </c:tx>
          <c:spPr>
            <a:solidFill>
              <a:srgbClr val="B4432B"/>
            </a:solidFill>
          </c:spPr>
          <c:cat>
            <c:strRef>
              <c:f>Sheet1!$A$2:$A$4</c:f>
              <c:strCache>
                <c:ptCount val="3"/>
                <c:pt idx="0">
                  <c:v>甲A</c:v>
                </c:pt>
                <c:pt idx="1">
                  <c:v>乙B</c:v>
                </c:pt>
                <c:pt idx="2">
                  <c:v>丙C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16.25</c:v>
                </c:pt>
                <c:pt idx="1">
                  <c:v>27.5</c:v>
                </c:pt>
                <c:pt idx="2">
                  <c:v>38.75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05 B</c:v>
                </c:pt>
              </c:strCache>
            </c:strRef>
          </c:tx>
          <c:spPr>
            <a:solidFill>
              <a:srgbClr val="3F6B5E"/>
            </a:solidFill>
          </c:spPr>
          <c:cat>
            <c:strRef>
              <c:f>Sheet1!$A$2:$A$4</c:f>
              <c:strCache>
                <c:ptCount val="3"/>
                <c:pt idx="0">
                  <c:v>甲A</c:v>
                </c:pt>
                <c:pt idx="1">
                  <c:v>乙B</c:v>
                </c:pt>
                <c:pt idx="2">
                  <c:v>丙C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13.0</c:v>
                </c:pt>
                <c:pt idx="1">
                  <c:v>20.0</c:v>
                </c:pt>
                <c:pt idx="2">
                  <c:v>24.0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 b="0" i="0">
                <a:solidFill>
                  <a:srgbClr val="8A8478"/>
                </a:solidFill>
                <a:latin typeface="Arial"/>
                <a:ea typeface="微软雅黑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 w="9525">
              <a:solidFill>
                <a:srgbClr val="E2DCD0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/>
                </a:pPr>
                <a:r>
                  <a:rPr sz="1100" b="0" i="0">
                    <a:solidFill>
                      <a:srgbClr val="8A8478"/>
                    </a:solidFill>
                    <a:latin typeface="Arial"/>
                    <a:ea typeface="微软雅黑"/>
                  </a:rPr>
                  <a:t>件</a:t>
                </a:r>
              </a:p>
            </c:rich>
          </c:tx>
          <c:layout/>
          <c:overlay val="0"/>
        </c:title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 b="0" i="0">
                <a:solidFill>
                  <a:srgbClr val="8A8478"/>
                </a:solidFill>
                <a:latin typeface="Arial"/>
                <a:ea typeface="微软雅黑"/>
              </a:defRPr>
            </a:pPr>
          </a:p>
        </c:txPr>
        <c:crossAx val="-2068027336"/>
        <c:crosses val="autoZero"/>
      </c:valAx>
      <c:spPr>
        <a:noFill/>
        <a:ln>
          <a:noFill/>
        </a:ln>
      </c:spPr>
    </c:plotArea>
    <c:legend>
      <c:legendPos val="b"/>
      <c:overlay val="0"/>
      <c:txPr>
        <a:bodyPr/>
        <a:lstStyle/>
        <a:p>
          <a:pPr>
            <a:defRPr sz="1100" b="0" i="0">
              <a:solidFill>
                <a:srgbClr val="8A8478"/>
              </a:solidFill>
              <a:latin typeface="Arial"/>
              <a:ea typeface="微软雅黑"/>
            </a:defRPr>
          </a:pPr>
        </a:p>
      </c:txPr>
      <c:spPr>
        <a:noFill/>
        <a:ln>
          <a:noFill/>
        </a:ln>
      </c:spPr>
    </c:legend>
    <c:dispBlanksAs val="gap"/>
  </c:chart>
  <c:spPr>
    <a:noFill/>
    <a:ln>
      <a:noFill/>
    </a:ln>
  </c:spPr>
  <c:txPr>
    <a:bodyPr/>
    <a:lstStyle/>
    <a:p>
      <a:pPr>
        <a:defRPr sz="1100" b="0" i="0">
          <a:solidFill>
            <a:srgbClr val="8A8478"/>
          </a:solidFill>
          <a:latin typeface="Arial"/>
          <a:ea typeface="微软雅黑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Series 16 A</c:v>
                </c:pt>
              </c:strCache>
            </c:strRef>
          </c:tx>
          <c:spPr>
            <a:solidFill>
              <a:srgbClr val="B4432B"/>
            </a:solidFill>
          </c:spPr>
          <c:cat>
            <c:strRef>
              <c:f>Sheet1!$A$2:$A$4</c:f>
              <c:strCache>
                <c:ptCount val="3"/>
                <c:pt idx="0">
                  <c:v>甲A</c:v>
                </c:pt>
                <c:pt idx="1">
                  <c:v>乙B</c:v>
                </c:pt>
                <c:pt idx="2">
                  <c:v>丙C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27.25</c:v>
                </c:pt>
                <c:pt idx="1">
                  <c:v>38.5</c:v>
                </c:pt>
                <c:pt idx="2">
                  <c:v>49.75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16 B</c:v>
                </c:pt>
              </c:strCache>
            </c:strRef>
          </c:tx>
          <c:spPr>
            <a:solidFill>
              <a:srgbClr val="3F6B5E"/>
            </a:solidFill>
          </c:spPr>
          <c:cat>
            <c:strRef>
              <c:f>Sheet1!$A$2:$A$4</c:f>
              <c:strCache>
                <c:ptCount val="3"/>
                <c:pt idx="0">
                  <c:v>甲A</c:v>
                </c:pt>
                <c:pt idx="1">
                  <c:v>乙B</c:v>
                </c:pt>
                <c:pt idx="2">
                  <c:v>丙C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24.0</c:v>
                </c:pt>
                <c:pt idx="1">
                  <c:v>31.0</c:v>
                </c:pt>
                <c:pt idx="2">
                  <c:v>35.0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 b="0" i="0">
                <a:solidFill>
                  <a:srgbClr val="8A8478"/>
                </a:solidFill>
                <a:latin typeface="Arial"/>
                <a:ea typeface="微软雅黑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E2DCD0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/>
                </a:pPr>
                <a:r>
                  <a:rPr sz="1100" b="0" i="0">
                    <a:solidFill>
                      <a:srgbClr val="8A8478"/>
                    </a:solidFill>
                    <a:latin typeface="Arial"/>
                    <a:ea typeface="微软雅黑"/>
                  </a:rPr>
                  <a:t>件</a:t>
                </a:r>
              </a:p>
            </c:rich>
          </c:tx>
          <c:layout/>
          <c:overlay val="0"/>
        </c:title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 b="0" i="0">
                <a:solidFill>
                  <a:srgbClr val="8A8478"/>
                </a:solidFill>
                <a:latin typeface="Arial"/>
                <a:ea typeface="微软雅黑"/>
              </a:defRPr>
            </a:pPr>
          </a:p>
        </c:txPr>
        <c:crossAx val="-2068027336"/>
        <c:crosses val="autoZero"/>
      </c:valAx>
      <c:spPr>
        <a:noFill/>
        <a:ln>
          <a:noFill/>
        </a:ln>
      </c:spPr>
    </c:plotArea>
    <c:legend>
      <c:legendPos val="b"/>
      <c:overlay val="0"/>
      <c:txPr>
        <a:bodyPr/>
        <a:lstStyle/>
        <a:p>
          <a:pPr>
            <a:defRPr sz="1100" b="0" i="0">
              <a:solidFill>
                <a:srgbClr val="8A8478"/>
              </a:solidFill>
              <a:latin typeface="Arial"/>
              <a:ea typeface="微软雅黑"/>
            </a:defRPr>
          </a:pPr>
        </a:p>
      </c:txPr>
      <c:spPr>
        <a:noFill/>
        <a:ln>
          <a:noFill/>
        </a:ln>
      </c:spPr>
    </c:legend>
    <c:dispBlanksAs val="gap"/>
  </c:chart>
  <c:spPr>
    <a:noFill/>
    <a:ln>
      <a:noFill/>
    </a:ln>
  </c:spPr>
  <c:txPr>
    <a:bodyPr/>
    <a:lstStyle/>
    <a:p>
      <a:pPr>
        <a:defRPr sz="1100" b="0" i="0">
          <a:solidFill>
            <a:srgbClr val="8A8478"/>
          </a:solidFill>
          <a:latin typeface="Arial"/>
          <a:ea typeface="微软雅黑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27 A</c:v>
                </c:pt>
              </c:strCache>
            </c:strRef>
          </c:tx>
          <c:spPr>
            <a:ln w="28575">
              <a:solidFill>
                <a:srgbClr val="B4432B"/>
              </a:solidFill>
            </a:ln>
          </c:spPr>
          <c:marker>
            <c:symbol val="none"/>
            <c:spPr>
              <a:solidFill>
                <a:srgbClr val="B4432B"/>
              </a:solidFill>
              <a:ln>
                <a:solidFill>
                  <a:srgbClr val="B4432B"/>
                </a:solidFill>
              </a:ln>
            </c:spPr>
          </c:marker>
          <c:cat>
            <c:strRef>
              <c:f>Sheet1!$A$2:$A$4</c:f>
              <c:strCache>
                <c:ptCount val="3"/>
                <c:pt idx="0">
                  <c:v>甲A</c:v>
                </c:pt>
                <c:pt idx="1">
                  <c:v>乙B</c:v>
                </c:pt>
                <c:pt idx="2">
                  <c:v>丙C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38.25</c:v>
                </c:pt>
                <c:pt idx="1">
                  <c:v>49.5</c:v>
                </c:pt>
                <c:pt idx="2">
                  <c:v>60.75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27 B</c:v>
                </c:pt>
              </c:strCache>
            </c:strRef>
          </c:tx>
          <c:spPr>
            <a:ln w="28575">
              <a:solidFill>
                <a:srgbClr val="3F6B5E"/>
              </a:solidFill>
            </a:ln>
          </c:spPr>
          <c:marker>
            <c:symbol val="none"/>
            <c:spPr>
              <a:solidFill>
                <a:srgbClr val="3F6B5E"/>
              </a:solidFill>
              <a:ln>
                <a:solidFill>
                  <a:srgbClr val="3F6B5E"/>
                </a:solidFill>
              </a:ln>
            </c:spPr>
          </c:marker>
          <c:cat>
            <c:strRef>
              <c:f>Sheet1!$A$2:$A$4</c:f>
              <c:strCache>
                <c:ptCount val="3"/>
                <c:pt idx="0">
                  <c:v>甲A</c:v>
                </c:pt>
                <c:pt idx="1">
                  <c:v>乙B</c:v>
                </c:pt>
                <c:pt idx="2">
                  <c:v>丙C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35.0</c:v>
                </c:pt>
                <c:pt idx="1">
                  <c:v>42.0</c:v>
                </c:pt>
                <c:pt idx="2">
                  <c:v>46.0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 b="0" i="0">
                <a:solidFill>
                  <a:srgbClr val="8A8478"/>
                </a:solidFill>
                <a:latin typeface="Arial"/>
                <a:ea typeface="微软雅黑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E2DCD0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/>
                </a:pPr>
                <a:r>
                  <a:rPr sz="1100" b="0" i="0">
                    <a:solidFill>
                      <a:srgbClr val="8A8478"/>
                    </a:solidFill>
                    <a:latin typeface="Arial"/>
                    <a:ea typeface="微软雅黑"/>
                  </a:rPr>
                  <a:t>件</a:t>
                </a:r>
              </a:p>
            </c:rich>
          </c:tx>
          <c:layout/>
          <c:overlay val="0"/>
        </c:title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 b="0" i="0">
                <a:solidFill>
                  <a:srgbClr val="8A8478"/>
                </a:solidFill>
                <a:latin typeface="Arial"/>
                <a:ea typeface="微软雅黑"/>
              </a:defRPr>
            </a:pPr>
          </a:p>
        </c:txPr>
        <c:crossAx val="2118791784"/>
        <c:crosses val="autoZero"/>
      </c:valAx>
      <c:spPr>
        <a:noFill/>
        <a:ln>
          <a:noFill/>
        </a:ln>
      </c:spPr>
    </c:plotArea>
    <c:legend>
      <c:legendPos val="b"/>
      <c:layout/>
      <c:overlay val="0"/>
      <c:txPr>
        <a:bodyPr/>
        <a:lstStyle/>
        <a:p>
          <a:pPr>
            <a:defRPr sz="1100" b="0" i="0">
              <a:solidFill>
                <a:srgbClr val="8A8478"/>
              </a:solidFill>
              <a:latin typeface="Arial"/>
              <a:ea typeface="微软雅黑"/>
            </a:defRPr>
          </a:pPr>
        </a:p>
      </c:txPr>
      <c:spPr>
        <a:noFill/>
        <a:ln>
          <a:noFill/>
        </a:ln>
      </c:sp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100" b="0" i="0">
          <a:solidFill>
            <a:srgbClr val="8A8478"/>
          </a:solidFill>
          <a:latin typeface="Arial"/>
          <a:ea typeface="微软雅黑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Series 38 A</c:v>
                </c:pt>
              </c:strCache>
            </c:strRef>
          </c:tx>
          <c:dPt>
            <c:idx val="0"/>
            <c:spPr>
              <a:solidFill>
                <a:srgbClr val="B4432B"/>
              </a:solidFill>
            </c:spPr>
          </c:dPt>
          <c:dPt>
            <c:idx val="1"/>
            <c:spPr>
              <a:solidFill>
                <a:srgbClr val="3F6B5E"/>
              </a:solidFill>
            </c:spPr>
          </c:dPt>
          <c:dPt>
            <c:idx val="2"/>
            <c:spPr>
              <a:solidFill>
                <a:srgbClr val="C08A2E"/>
              </a:solidFill>
            </c:spPr>
          </c:dPt>
          <c:cat>
            <c:strRef>
              <c:f>Sheet1!$A$2:$A$4</c:f>
              <c:strCache>
                <c:ptCount val="3"/>
                <c:pt idx="0">
                  <c:v>甲A</c:v>
                </c:pt>
                <c:pt idx="1">
                  <c:v>乙B</c:v>
                </c:pt>
                <c:pt idx="2">
                  <c:v>丙C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49.25</c:v>
                </c:pt>
                <c:pt idx="1">
                  <c:v>60.5</c:v>
                </c:pt>
                <c:pt idx="2">
                  <c:v>71.75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 b="0" i="0">
                  <a:solidFill>
                    <a:srgbClr val="8A8478"/>
                  </a:solidFill>
                  <a:latin typeface="Arial"/>
                  <a:ea typeface="微软雅黑"/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100" b="0" i="0">
          <a:solidFill>
            <a:srgbClr val="8A8478"/>
          </a:solidFill>
          <a:latin typeface="Arial"/>
          <a:ea typeface="微软雅黑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验收第01页独立备注。</a:t>
            </a:r>
          </a:p>
          <a:p>
            <a:r>
              <a:t>Speaker note 01: preserve editable objects.</a:t>
            </a:r>
          </a:p>
          <a:p>
            <a:r>
              <a:t>中文、English、emoji 🙂🚀；仅离线样本，未执行业务验收。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验收第02页独立备注。</a:t>
            </a:r>
          </a:p>
          <a:p>
            <a:r>
              <a:t>Speaker note 02: preserve editable objects.</a:t>
            </a:r>
          </a:p>
          <a:p>
            <a:r>
              <a:t>中文、English、emoji 🙂🚀；仅离线样本，未执行业务验收。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验收第03页独立备注。</a:t>
            </a:r>
          </a:p>
          <a:p>
            <a:r>
              <a:t>Speaker note 03: preserve editable objects.</a:t>
            </a:r>
          </a:p>
          <a:p>
            <a:r>
              <a:t>中文、English、emoji 🙂🚀；仅离线样本，未执行业务验收。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验收第04页独立备注。</a:t>
            </a:r>
          </a:p>
          <a:p>
            <a:r>
              <a:t>Speaker note 04: preserve editable objects.</a:t>
            </a:r>
          </a:p>
          <a:p>
            <a:r>
              <a:t>中文、English、emoji 🙂🚀；仅离线样本，未执行业务验收。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验收第05页独立备注。</a:t>
            </a:r>
          </a:p>
          <a:p>
            <a:r>
              <a:t>Speaker note 05: preserve editable objects.</a:t>
            </a:r>
          </a:p>
          <a:p>
            <a:r>
              <a:t>中文、English、emoji 🙂🚀；仅离线样本，未执行业务验收。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验收第06页独立备注。</a:t>
            </a:r>
          </a:p>
          <a:p>
            <a:r>
              <a:t>Speaker note 06: preserve editable objects.</a:t>
            </a:r>
          </a:p>
          <a:p>
            <a:r>
              <a:t>中文、English、emoji 🙂🚀；仅离线样本，未执行业务验收。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验收第07页独立备注。</a:t>
            </a:r>
          </a:p>
          <a:p>
            <a:r>
              <a:t>Speaker note 07: preserve editable objects.</a:t>
            </a:r>
          </a:p>
          <a:p>
            <a:r>
              <a:t>中文、English、emoji 🙂🚀；仅离线样本，未执行业务验收。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验收第08页独立备注。</a:t>
            </a:r>
          </a:p>
          <a:p>
            <a:r>
              <a:t>Speaker note 08: preserve editable objects.</a:t>
            </a:r>
          </a:p>
          <a:p>
            <a:r>
              <a:t>中文、English、emoji 🙂🚀；仅离线样本，未执行业务验收。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验收第09页独立备注。</a:t>
            </a:r>
          </a:p>
          <a:p>
            <a:r>
              <a:t>Speaker note 09: preserve editable objects.</a:t>
            </a:r>
          </a:p>
          <a:p>
            <a:r>
              <a:t>中文、English、emoji 🙂🚀；仅离线样本，未执行业务验收。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验收第10页独立备注。</a:t>
            </a:r>
          </a:p>
          <a:p>
            <a:r>
              <a:t>Speaker note 10: preserve editable objects.</a:t>
            </a:r>
          </a:p>
          <a:p>
            <a:r>
              <a:t>中文、English、emoji 🙂🚀；仅离线样本，未执行业务验收。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验收第11页独立备注。</a:t>
            </a:r>
          </a:p>
          <a:p>
            <a:r>
              <a:t>Speaker note 11: preserve editable objects.</a:t>
            </a:r>
          </a:p>
          <a:p>
            <a:r>
              <a:t>中文、English、emoji 🙂🚀；仅离线样本，未执行业务验收。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验收第12页独立备注。</a:t>
            </a:r>
          </a:p>
          <a:p>
            <a:r>
              <a:t>Speaker note 12: preserve editable objects.</a:t>
            </a:r>
          </a:p>
          <a:p>
            <a:r>
              <a:t>中文、English、emoji 🙂🚀；仅离线样本，未执行业务验收。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验收第13页独立备注。</a:t>
            </a:r>
          </a:p>
          <a:p>
            <a:r>
              <a:t>Speaker note 13: preserve editable objects.</a:t>
            </a:r>
          </a:p>
          <a:p>
            <a:r>
              <a:t>中文、English、emoji 🙂🚀；仅离线样本，未执行业务验收。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验收第14页独立备注。</a:t>
            </a:r>
          </a:p>
          <a:p>
            <a:r>
              <a:t>Speaker note 14: preserve editable objects.</a:t>
            </a:r>
          </a:p>
          <a:p>
            <a:r>
              <a:t>中文、English、emoji 🙂🚀；仅离线样本，未执行业务验收。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验收第15页独立备注。</a:t>
            </a:r>
          </a:p>
          <a:p>
            <a:r>
              <a:t>Speaker note 15: preserve editable objects.</a:t>
            </a:r>
          </a:p>
          <a:p>
            <a:r>
              <a:t>中文、English、emoji 🙂🚀；仅离线样本，未执行业务验收。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验收第16页独立备注。</a:t>
            </a:r>
          </a:p>
          <a:p>
            <a:r>
              <a:t>Speaker note 16: preserve editable objects.</a:t>
            </a:r>
          </a:p>
          <a:p>
            <a:r>
              <a:t>中文、English、emoji 🙂🚀；仅离线样本，未执行业务验收。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验收第17页独立备注。</a:t>
            </a:r>
          </a:p>
          <a:p>
            <a:r>
              <a:t>Speaker note 17: preserve editable objects.</a:t>
            </a:r>
          </a:p>
          <a:p>
            <a:r>
              <a:t>中文、English、emoji 🙂🚀；仅离线样本，未执行业务验收。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验收第18页独立备注。</a:t>
            </a:r>
          </a:p>
          <a:p>
            <a:r>
              <a:t>Speaker note 18: preserve editable objects.</a:t>
            </a:r>
          </a:p>
          <a:p>
            <a:r>
              <a:t>中文、English、emoji 🙂🚀；仅离线样本，未执行业务验收。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验收第19页独立备注。</a:t>
            </a:r>
          </a:p>
          <a:p>
            <a:r>
              <a:t>Speaker note 19: preserve editable objects.</a:t>
            </a:r>
          </a:p>
          <a:p>
            <a:r>
              <a:t>中文、English、emoji 🙂🚀；仅离线样本，未执行业务验收。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验收第20页独立备注。</a:t>
            </a:r>
          </a:p>
          <a:p>
            <a:r>
              <a:t>Speaker note 20: preserve editable objects.</a:t>
            </a:r>
          </a:p>
          <a:p>
            <a:r>
              <a:t>中文、English、emoji 🙂🚀；仅离线样本，未执行业务验收。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验收第21页独立备注。</a:t>
            </a:r>
          </a:p>
          <a:p>
            <a:r>
              <a:t>Speaker note 21: preserve editable objects.</a:t>
            </a:r>
          </a:p>
          <a:p>
            <a:r>
              <a:t>中文、English、emoji 🙂🚀；仅离线样本，未执行业务验收。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验收第22页独立备注。</a:t>
            </a:r>
          </a:p>
          <a:p>
            <a:r>
              <a:t>Speaker note 22: preserve editable objects.</a:t>
            </a:r>
          </a:p>
          <a:p>
            <a:r>
              <a:t>中文、English、emoji 🙂🚀；仅离线样本，未执行业务验收。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验收第23页独立备注。</a:t>
            </a:r>
          </a:p>
          <a:p>
            <a:r>
              <a:t>Speaker note 23: preserve editable objects.</a:t>
            </a:r>
          </a:p>
          <a:p>
            <a:r>
              <a:t>中文、English、emoji 🙂🚀；仅离线样本，未执行业务验收。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验收第24页独立备注。</a:t>
            </a:r>
          </a:p>
          <a:p>
            <a:r>
              <a:t>Speaker note 24: preserve editable objects.</a:t>
            </a:r>
          </a:p>
          <a:p>
            <a:r>
              <a:t>中文、English、emoji 🙂🚀；仅离线样本，未执行业务验收。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验收第25页独立备注。</a:t>
            </a:r>
          </a:p>
          <a:p>
            <a:r>
              <a:t>Speaker note 25: preserve editable objects.</a:t>
            </a:r>
          </a:p>
          <a:p>
            <a:r>
              <a:t>中文、English、emoji 🙂🚀；仅离线样本，未执行业务验收。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验收第26页独立备注。</a:t>
            </a:r>
          </a:p>
          <a:p>
            <a:r>
              <a:t>Speaker note 26: preserve editable objects.</a:t>
            </a:r>
          </a:p>
          <a:p>
            <a:r>
              <a:t>中文、English、emoji 🙂🚀；仅离线样本，未执行业务验收。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验收第27页独立备注。</a:t>
            </a:r>
          </a:p>
          <a:p>
            <a:r>
              <a:t>Speaker note 27: preserve editable objects.</a:t>
            </a:r>
          </a:p>
          <a:p>
            <a:r>
              <a:t>中文、English、emoji 🙂🚀；仅离线样本，未执行业务验收。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验收第28页独立备注。</a:t>
            </a:r>
          </a:p>
          <a:p>
            <a:r>
              <a:t>Speaker note 28: preserve editable objects.</a:t>
            </a:r>
          </a:p>
          <a:p>
            <a:r>
              <a:t>中文、English、emoji 🙂🚀；仅离线样本，未执行业务验收。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验收第29页独立备注。</a:t>
            </a:r>
          </a:p>
          <a:p>
            <a:r>
              <a:t>Speaker note 29: preserve editable objects.</a:t>
            </a:r>
          </a:p>
          <a:p>
            <a:r>
              <a:t>中文、English、emoji 🙂🚀；仅离线样本，未执行业务验收。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验收第30页独立备注。</a:t>
            </a:r>
          </a:p>
          <a:p>
            <a:r>
              <a:t>Speaker note 30: preserve editable objects.</a:t>
            </a:r>
          </a:p>
          <a:p>
            <a:r>
              <a:t>中文、English、emoji 🙂🚀；仅离线样本，未执行业务验收。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验收第31页独立备注。</a:t>
            </a:r>
          </a:p>
          <a:p>
            <a:r>
              <a:t>Speaker note 31: preserve editable objects.</a:t>
            </a:r>
          </a:p>
          <a:p>
            <a:r>
              <a:t>中文、English、emoji 🙂🚀；仅离线样本，未执行业务验收。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验收第32页独立备注。</a:t>
            </a:r>
          </a:p>
          <a:p>
            <a:r>
              <a:t>Speaker note 32: preserve editable objects.</a:t>
            </a:r>
          </a:p>
          <a:p>
            <a:r>
              <a:t>中文、English、emoji 🙂🚀；仅离线样本，未执行业务验收。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验收第33页独立备注。</a:t>
            </a:r>
          </a:p>
          <a:p>
            <a:r>
              <a:t>Speaker note 33: preserve editable objects.</a:t>
            </a:r>
          </a:p>
          <a:p>
            <a:r>
              <a:t>中文、English、emoji 🙂🚀；仅离线样本，未执行业务验收。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验收第34页独立备注。</a:t>
            </a:r>
          </a:p>
          <a:p>
            <a:r>
              <a:t>Speaker note 34: preserve editable objects.</a:t>
            </a:r>
          </a:p>
          <a:p>
            <a:r>
              <a:t>中文、English、emoji 🙂🚀；仅离线样本，未执行业务验收。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验收第35页独立备注。</a:t>
            </a:r>
          </a:p>
          <a:p>
            <a:r>
              <a:t>Speaker note 35: preserve editable objects.</a:t>
            </a:r>
          </a:p>
          <a:p>
            <a:r>
              <a:t>中文、English、emoji 🙂🚀；仅离线样本，未执行业务验收。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验收第36页独立备注。</a:t>
            </a:r>
          </a:p>
          <a:p>
            <a:r>
              <a:t>Speaker note 36: preserve editable objects.</a:t>
            </a:r>
          </a:p>
          <a:p>
            <a:r>
              <a:t>中文、English、emoji 🙂🚀；仅离线样本，未执行业务验收。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验收第37页独立备注。</a:t>
            </a:r>
          </a:p>
          <a:p>
            <a:r>
              <a:t>Speaker note 37: preserve editable objects.</a:t>
            </a:r>
          </a:p>
          <a:p>
            <a:r>
              <a:t>中文、English、emoji 🙂🚀；仅离线样本，未执行业务验收。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验收第38页独立备注。</a:t>
            </a:r>
          </a:p>
          <a:p>
            <a:r>
              <a:t>Speaker note 38: preserve editable objects.</a:t>
            </a:r>
          </a:p>
          <a:p>
            <a:r>
              <a:t>中文、English、emoji 🙂🚀；仅离线样本，未执行业务验收。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验收第39页独立备注。</a:t>
            </a:r>
          </a:p>
          <a:p>
            <a:r>
              <a:t>Speaker note 39: preserve editable objects.</a:t>
            </a:r>
          </a:p>
          <a:p>
            <a:r>
              <a:t>中文、English、emoji 🙂🚀；仅离线样本，未执行业务验收。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验收第40页独立备注。</a:t>
            </a:r>
          </a:p>
          <a:p>
            <a:r>
              <a:t>Speaker note 40: preserve editable objects.</a:t>
            </a:r>
          </a:p>
          <a:p>
            <a:r>
              <a:t>中文、English、emoji 🙂🚀；仅离线样本，未执行业务验收。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ellipse"/>
          <p:cNvSpPr/>
          <p:nvPr/>
        </p:nvSpPr>
        <p:spPr>
          <a:xfrm>
            <a:off x="7670800" y="-2341880"/>
            <a:ext cx="6604000" cy="6604000"/>
          </a:xfrm>
          <a:prstGeom prst="ellipse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mbient-ellipse"/>
          <p:cNvSpPr/>
          <p:nvPr/>
        </p:nvSpPr>
        <p:spPr>
          <a:xfrm>
            <a:off x="8496300" y="-1516380"/>
            <a:ext cx="4953000" cy="4953000"/>
          </a:xfrm>
          <a:prstGeom prst="ellipse">
            <a:avLst/>
          </a:prstGeom>
          <a:solidFill>
            <a:srgbClr val="F9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mbient-ellipse"/>
          <p:cNvSpPr/>
          <p:nvPr/>
        </p:nvSpPr>
        <p:spPr>
          <a:xfrm>
            <a:off x="9321800" y="-690880"/>
            <a:ext cx="3302000" cy="3302000"/>
          </a:xfrm>
          <a:prstGeom prst="ellipse">
            <a:avLst/>
          </a:prstGeom>
          <a:solidFill>
            <a:srgbClr val="F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mbient-ellipse"/>
          <p:cNvSpPr/>
          <p:nvPr/>
        </p:nvSpPr>
        <p:spPr>
          <a:xfrm>
            <a:off x="10147300" y="134620"/>
            <a:ext cx="1651000" cy="1651000"/>
          </a:xfrm>
          <a:prstGeom prst="ellipse">
            <a:avLst/>
          </a:prstGeom>
          <a:solidFill>
            <a:srgbClr val="F7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mbient-rect"/>
          <p:cNvSpPr/>
          <p:nvPr/>
        </p:nvSpPr>
        <p:spPr>
          <a:xfrm>
            <a:off x="0" y="0"/>
            <a:ext cx="1706880" cy="50800"/>
          </a:xfrm>
          <a:prstGeom prst="rect">
            <a:avLst/>
          </a:prstGeom>
          <a:solidFill>
            <a:srgbClr val="B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mbient-rect"/>
          <p:cNvSpPr/>
          <p:nvPr/>
        </p:nvSpPr>
        <p:spPr>
          <a:xfrm>
            <a:off x="10871200" y="6591300"/>
            <a:ext cx="1066800" cy="12700"/>
          </a:xfrm>
          <a:prstGeom prst="rect">
            <a:avLst/>
          </a:prstGeom>
          <a:solidFill>
            <a:srgbClr val="E2BA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mbient-rect"/>
          <p:cNvSpPr/>
          <p:nvPr/>
        </p:nvSpPr>
        <p:spPr>
          <a:xfrm>
            <a:off x="11925300" y="5537200"/>
            <a:ext cx="12700" cy="1066800"/>
          </a:xfrm>
          <a:prstGeom prst="rect">
            <a:avLst/>
          </a:prstGeom>
          <a:solidFill>
            <a:srgbClr val="E2BA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5795010"/>
            <a:ext cx="1219200" cy="34290"/>
          </a:xfrm>
          <a:prstGeom prst="rect">
            <a:avLst/>
          </a:prstGeom>
          <a:solidFill>
            <a:srgbClr val="B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057400"/>
            <a:ext cx="6705600" cy="342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50000"/>
              </a:lnSpc>
            </a:pPr>
            <a:r>
              <a:rPr sz="1100" b="1" i="0" spc="160">
                <a:solidFill>
                  <a:srgbClr val="B4432B"/>
                </a:solidFill>
                <a:latin typeface="Arial"/>
                <a:ea typeface="微软雅黑"/>
              </a:rPr>
              <a:t>年度业务复盘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503170"/>
            <a:ext cx="8778240" cy="1714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2000"/>
              </a:lnSpc>
            </a:pPr>
            <a:r>
              <a:rPr sz="5400" b="0" i="0">
                <a:solidFill>
                  <a:srgbClr val="1A1917"/>
                </a:solidFill>
                <a:latin typeface="Georgia"/>
                <a:ea typeface="宋体"/>
              </a:rPr>
              <a:t>验收01 · Slide01 </a:t>
            </a:r>
            <a:r>
              <a:rPr sz="5400" b="0" i="0">
                <a:solidFill>
                  <a:srgbClr val="1A1917"/>
                </a:solidFill>
                <a:latin typeface="Segoe UI Emoji"/>
                <a:ea typeface="Segoe UI Emoji"/>
                <a:cs typeface="Segoe UI Emoji"/>
              </a:rPr>
              <a:t>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32054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45000"/>
              </a:lnSpc>
            </a:pPr>
            <a:r>
              <a:rPr sz="1900" b="1" i="0">
                <a:solidFill>
                  <a:srgbClr val="4A463E"/>
                </a:solidFill>
                <a:latin typeface="Arial"/>
                <a:ea typeface="微软雅黑"/>
              </a:rPr>
              <a:t>从工具集合走向工作流平台的一年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ellipse"/>
          <p:cNvSpPr/>
          <p:nvPr/>
        </p:nvSpPr>
        <p:spPr>
          <a:xfrm>
            <a:off x="7670800" y="-2341880"/>
            <a:ext cx="6604000" cy="6604000"/>
          </a:xfrm>
          <a:prstGeom prst="ellipse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mbient-ellipse"/>
          <p:cNvSpPr/>
          <p:nvPr/>
        </p:nvSpPr>
        <p:spPr>
          <a:xfrm>
            <a:off x="8496300" y="-1516380"/>
            <a:ext cx="4953000" cy="4953000"/>
          </a:xfrm>
          <a:prstGeom prst="ellipse">
            <a:avLst/>
          </a:prstGeom>
          <a:solidFill>
            <a:srgbClr val="F9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mbient-ellipse"/>
          <p:cNvSpPr/>
          <p:nvPr/>
        </p:nvSpPr>
        <p:spPr>
          <a:xfrm>
            <a:off x="9321800" y="-690880"/>
            <a:ext cx="3302000" cy="3302000"/>
          </a:xfrm>
          <a:prstGeom prst="ellipse">
            <a:avLst/>
          </a:prstGeom>
          <a:solidFill>
            <a:srgbClr val="F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mbient-ellipse"/>
          <p:cNvSpPr/>
          <p:nvPr/>
        </p:nvSpPr>
        <p:spPr>
          <a:xfrm>
            <a:off x="10147300" y="134620"/>
            <a:ext cx="1651000" cy="1651000"/>
          </a:xfrm>
          <a:prstGeom prst="ellipse">
            <a:avLst/>
          </a:prstGeom>
          <a:solidFill>
            <a:srgbClr val="F7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mbient-rect"/>
          <p:cNvSpPr/>
          <p:nvPr/>
        </p:nvSpPr>
        <p:spPr>
          <a:xfrm>
            <a:off x="0" y="0"/>
            <a:ext cx="1706880" cy="50800"/>
          </a:xfrm>
          <a:prstGeom prst="rect">
            <a:avLst/>
          </a:prstGeom>
          <a:solidFill>
            <a:srgbClr val="B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711175"/>
            <a:ext cx="10363200" cy="78867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</a:pPr>
            <a:r>
              <a:rPr sz="3400" b="0" i="0">
                <a:solidFill>
                  <a:srgbClr val="1A1917"/>
                </a:solidFill>
                <a:latin typeface="Georgia"/>
                <a:ea typeface="宋体"/>
              </a:rPr>
              <a:t>验收02 · Slide02 </a:t>
            </a:r>
            <a:r>
              <a:rPr sz="3400" b="0" i="0">
                <a:solidFill>
                  <a:srgbClr val="1A1917"/>
                </a:solidFill>
                <a:latin typeface="Segoe UI Emoji"/>
                <a:ea typeface="Segoe UI Emoji"/>
                <a:cs typeface="Segoe UI Emoji"/>
              </a:rPr>
              <a:t>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783080"/>
            <a:ext cx="10363200" cy="4251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228600" indent="-228600">
              <a:lnSpc>
                <a:spcPct val="162000"/>
              </a:lnSpc>
              <a:buClr>
                <a:srgbClr val="B4432B"/>
              </a:buClr>
              <a:buFont typeface="Arial"/>
              <a:buChar char="—"/>
            </a:pPr>
            <a:r>
              <a:rPr sz="1600" b="0" i="0">
                <a:solidFill>
                  <a:srgbClr val="4A463E"/>
                </a:solidFill>
                <a:latin typeface="Arial"/>
                <a:ea typeface="微软雅黑"/>
              </a:rPr>
              <a:t>第02页中文要点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B4432B"/>
              </a:buClr>
              <a:buFont typeface="Arial"/>
              <a:buChar char="—"/>
            </a:pPr>
            <a:r>
              <a:rPr sz="1600" b="0" i="0">
                <a:solidFill>
                  <a:srgbClr val="4A463E"/>
                </a:solidFill>
                <a:latin typeface="Arial"/>
                <a:ea typeface="微软雅黑"/>
              </a:rPr>
              <a:t>Editable bullet 02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B4432B"/>
              </a:buClr>
              <a:buFont typeface="Arial"/>
              <a:buChar char="—"/>
            </a:pPr>
            <a:r>
              <a:rPr sz="1600" b="0" i="0">
                <a:solidFill>
                  <a:srgbClr val="4A463E"/>
                </a:solidFill>
                <a:latin typeface="Arial"/>
                <a:ea typeface="微软雅黑"/>
              </a:rPr>
              <a:t>Unicode </a:t>
            </a:r>
            <a:r>
              <a:rPr sz="1600" b="0" i="0">
                <a:solidFill>
                  <a:srgbClr val="4A463E"/>
                </a:solidFill>
                <a:latin typeface="Segoe UI Emoji"/>
                <a:ea typeface="Segoe UI Emoji"/>
                <a:cs typeface="Segoe UI Emoji"/>
              </a:rPr>
              <a:t>🙂🚀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ellipse"/>
          <p:cNvSpPr/>
          <p:nvPr/>
        </p:nvSpPr>
        <p:spPr>
          <a:xfrm>
            <a:off x="7670800" y="-2341880"/>
            <a:ext cx="6604000" cy="6604000"/>
          </a:xfrm>
          <a:prstGeom prst="ellipse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mbient-ellipse"/>
          <p:cNvSpPr/>
          <p:nvPr/>
        </p:nvSpPr>
        <p:spPr>
          <a:xfrm>
            <a:off x="8496300" y="-1516380"/>
            <a:ext cx="4953000" cy="4953000"/>
          </a:xfrm>
          <a:prstGeom prst="ellipse">
            <a:avLst/>
          </a:prstGeom>
          <a:solidFill>
            <a:srgbClr val="F9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mbient-ellipse"/>
          <p:cNvSpPr/>
          <p:nvPr/>
        </p:nvSpPr>
        <p:spPr>
          <a:xfrm>
            <a:off x="9321800" y="-690880"/>
            <a:ext cx="3302000" cy="3302000"/>
          </a:xfrm>
          <a:prstGeom prst="ellipse">
            <a:avLst/>
          </a:prstGeom>
          <a:solidFill>
            <a:srgbClr val="F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mbient-ellipse"/>
          <p:cNvSpPr/>
          <p:nvPr/>
        </p:nvSpPr>
        <p:spPr>
          <a:xfrm>
            <a:off x="10147300" y="134620"/>
            <a:ext cx="1651000" cy="1651000"/>
          </a:xfrm>
          <a:prstGeom prst="ellipse">
            <a:avLst/>
          </a:prstGeom>
          <a:solidFill>
            <a:srgbClr val="F7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mbient-rect"/>
          <p:cNvSpPr/>
          <p:nvPr/>
        </p:nvSpPr>
        <p:spPr>
          <a:xfrm>
            <a:off x="0" y="0"/>
            <a:ext cx="1706880" cy="50800"/>
          </a:xfrm>
          <a:prstGeom prst="rect">
            <a:avLst/>
          </a:prstGeom>
          <a:solidFill>
            <a:srgbClr val="B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mbient-rect"/>
          <p:cNvSpPr/>
          <p:nvPr/>
        </p:nvSpPr>
        <p:spPr>
          <a:xfrm>
            <a:off x="10871200" y="6591300"/>
            <a:ext cx="1066800" cy="12700"/>
          </a:xfrm>
          <a:prstGeom prst="rect">
            <a:avLst/>
          </a:prstGeom>
          <a:solidFill>
            <a:srgbClr val="E2BA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mbient-rect"/>
          <p:cNvSpPr/>
          <p:nvPr/>
        </p:nvSpPr>
        <p:spPr>
          <a:xfrm>
            <a:off x="11925300" y="5537200"/>
            <a:ext cx="12700" cy="1066800"/>
          </a:xfrm>
          <a:prstGeom prst="rect">
            <a:avLst/>
          </a:prstGeom>
          <a:solidFill>
            <a:srgbClr val="E2BA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70688" cy="6858000"/>
          </a:xfrm>
          <a:prstGeom prst="rect">
            <a:avLst/>
          </a:prstGeom>
          <a:solidFill>
            <a:srgbClr val="B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2503170"/>
            <a:ext cx="3657600" cy="342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50000"/>
              </a:lnSpc>
            </a:pPr>
            <a:r>
              <a:rPr sz="1100" b="1" i="0" spc="160">
                <a:solidFill>
                  <a:srgbClr val="B4432B"/>
                </a:solidFill>
                <a:latin typeface="Arial"/>
                <a:ea typeface="微软雅黑"/>
              </a:rPr>
              <a:t>第一部分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914650"/>
            <a:ext cx="8778240" cy="1714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2000"/>
              </a:lnSpc>
            </a:pPr>
            <a:r>
              <a:rPr sz="5400" b="0" i="0">
                <a:solidFill>
                  <a:srgbClr val="1A1917"/>
                </a:solidFill>
                <a:latin typeface="Georgia"/>
                <a:ea typeface="宋体"/>
              </a:rPr>
              <a:t>验收03 · Slide03 </a:t>
            </a:r>
            <a:r>
              <a:rPr sz="5400" b="0" i="0">
                <a:solidFill>
                  <a:srgbClr val="1A1917"/>
                </a:solidFill>
                <a:latin typeface="Segoe UI Emoji"/>
                <a:ea typeface="Segoe UI Emoji"/>
                <a:cs typeface="Segoe UI Emoji"/>
              </a:rPr>
              <a:t>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4800600"/>
            <a:ext cx="731520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65000"/>
              </a:lnSpc>
            </a:pPr>
            <a:r>
              <a:rPr sz="1500" b="0" i="0">
                <a:solidFill>
                  <a:srgbClr val="4A463E"/>
                </a:solidFill>
                <a:latin typeface="Arial"/>
                <a:ea typeface="微软雅黑"/>
              </a:rPr>
              <a:t>数据口径为财年内已确认收入，不含代理商未结算部分。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ellipse"/>
          <p:cNvSpPr/>
          <p:nvPr/>
        </p:nvSpPr>
        <p:spPr>
          <a:xfrm>
            <a:off x="7670800" y="-2341880"/>
            <a:ext cx="6604000" cy="6604000"/>
          </a:xfrm>
          <a:prstGeom prst="ellipse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mbient-ellipse"/>
          <p:cNvSpPr/>
          <p:nvPr/>
        </p:nvSpPr>
        <p:spPr>
          <a:xfrm>
            <a:off x="8496300" y="-1516380"/>
            <a:ext cx="4953000" cy="4953000"/>
          </a:xfrm>
          <a:prstGeom prst="ellipse">
            <a:avLst/>
          </a:prstGeom>
          <a:solidFill>
            <a:srgbClr val="F9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mbient-ellipse"/>
          <p:cNvSpPr/>
          <p:nvPr/>
        </p:nvSpPr>
        <p:spPr>
          <a:xfrm>
            <a:off x="9321800" y="-690880"/>
            <a:ext cx="3302000" cy="3302000"/>
          </a:xfrm>
          <a:prstGeom prst="ellipse">
            <a:avLst/>
          </a:prstGeom>
          <a:solidFill>
            <a:srgbClr val="F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mbient-ellipse"/>
          <p:cNvSpPr/>
          <p:nvPr/>
        </p:nvSpPr>
        <p:spPr>
          <a:xfrm>
            <a:off x="10147300" y="134620"/>
            <a:ext cx="1651000" cy="1651000"/>
          </a:xfrm>
          <a:prstGeom prst="ellipse">
            <a:avLst/>
          </a:prstGeom>
          <a:solidFill>
            <a:srgbClr val="F7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mbient-rect"/>
          <p:cNvSpPr/>
          <p:nvPr/>
        </p:nvSpPr>
        <p:spPr>
          <a:xfrm>
            <a:off x="0" y="0"/>
            <a:ext cx="1706880" cy="50800"/>
          </a:xfrm>
          <a:prstGeom prst="rect">
            <a:avLst/>
          </a:prstGeom>
          <a:solidFill>
            <a:srgbClr val="B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mbient-text"/>
          <p:cNvSpPr txBox="1"/>
          <p:nvPr/>
        </p:nvSpPr>
        <p:spPr>
          <a:xfrm>
            <a:off x="9144000" y="5486400"/>
            <a:ext cx="2926080" cy="13030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0800" b="0">
                <a:solidFill>
                  <a:srgbClr val="E9E4DA"/>
                </a:solidFill>
                <a:latin typeface="Georgia"/>
                <a:ea typeface="宋体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711175"/>
            <a:ext cx="10363200" cy="78867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</a:pPr>
            <a:r>
              <a:rPr sz="3400" b="0" i="0">
                <a:solidFill>
                  <a:srgbClr val="1A1917"/>
                </a:solidFill>
                <a:latin typeface="Georgia"/>
                <a:ea typeface="宋体"/>
              </a:rPr>
              <a:t>验收04 · Slide04 </a:t>
            </a:r>
            <a:r>
              <a:rPr sz="3400" b="0" i="0">
                <a:solidFill>
                  <a:srgbClr val="1A1917"/>
                </a:solidFill>
                <a:latin typeface="Segoe UI Emoji"/>
                <a:ea typeface="Segoe UI Emoji"/>
                <a:cs typeface="Segoe UI Emoji"/>
              </a:rPr>
              <a:t>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2200" y="3263900"/>
            <a:ext cx="2814320" cy="1701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0000"/>
              </a:lnSpc>
            </a:pPr>
            <a:r>
              <a:rPr sz="4600" b="0" i="0">
                <a:solidFill>
                  <a:srgbClr val="B4432B"/>
                </a:solidFill>
                <a:latin typeface="Georgia"/>
                <a:ea typeface="宋体"/>
              </a:rPr>
              <a:t>04.2</a:t>
            </a:r>
          </a:p>
          <a:p>
            <a:pPr>
              <a:lnSpc>
                <a:spcPct val="140000"/>
              </a:lnSpc>
              <a:spcBef>
                <a:spcPts val="600"/>
              </a:spcBef>
            </a:pPr>
            <a:r>
              <a:rPr sz="1400" b="1" i="0">
                <a:solidFill>
                  <a:srgbClr val="1A1917"/>
                </a:solidFill>
                <a:latin typeface="Arial"/>
                <a:ea typeface="微软雅黑"/>
              </a:rPr>
              <a:t>指标2 Metric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sz="1200" b="0" i="0">
                <a:solidFill>
                  <a:srgbClr val="8A8478"/>
                </a:solidFill>
                <a:latin typeface="Arial"/>
                <a:ea typeface="微软雅黑"/>
              </a:rPr>
              <a:t>核对04-2 </a:t>
            </a:r>
            <a:r>
              <a:rPr sz="1200" b="0" i="0">
                <a:solidFill>
                  <a:srgbClr val="8A8478"/>
                </a:solidFill>
                <a:latin typeface="Segoe UI Emoji"/>
                <a:ea typeface="Segoe UI Emoji"/>
                <a:cs typeface="Segoe UI Emoji"/>
              </a:rPr>
              <a:t>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8840" y="3263900"/>
            <a:ext cx="2814320" cy="1701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0000"/>
              </a:lnSpc>
            </a:pPr>
            <a:r>
              <a:rPr sz="4600" b="0" i="0">
                <a:solidFill>
                  <a:srgbClr val="B4432B"/>
                </a:solidFill>
                <a:latin typeface="Georgia"/>
                <a:ea typeface="宋体"/>
              </a:rPr>
              <a:t>04.3</a:t>
            </a:r>
          </a:p>
          <a:p>
            <a:pPr>
              <a:lnSpc>
                <a:spcPct val="140000"/>
              </a:lnSpc>
              <a:spcBef>
                <a:spcPts val="600"/>
              </a:spcBef>
            </a:pPr>
            <a:r>
              <a:rPr sz="1400" b="1" i="0">
                <a:solidFill>
                  <a:srgbClr val="1A1917"/>
                </a:solidFill>
                <a:latin typeface="Arial"/>
                <a:ea typeface="微软雅黑"/>
              </a:rPr>
              <a:t>指标3 Metric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sz="1200" b="0" i="0">
                <a:solidFill>
                  <a:srgbClr val="8A8478"/>
                </a:solidFill>
                <a:latin typeface="Arial"/>
                <a:ea typeface="微软雅黑"/>
              </a:rPr>
              <a:t>核对04-3 </a:t>
            </a:r>
            <a:r>
              <a:rPr sz="1200" b="0" i="0">
                <a:solidFill>
                  <a:srgbClr val="8A8478"/>
                </a:solidFill>
                <a:latin typeface="Segoe UI Emoji"/>
                <a:ea typeface="Segoe UI Emoji"/>
                <a:cs typeface="Segoe UI Emoji"/>
              </a:rPr>
              <a:t>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85480" y="3263900"/>
            <a:ext cx="2814320" cy="1701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0000"/>
              </a:lnSpc>
            </a:pPr>
            <a:r>
              <a:rPr sz="4600" b="0" i="0">
                <a:solidFill>
                  <a:srgbClr val="B4432B"/>
                </a:solidFill>
                <a:latin typeface="Georgia"/>
                <a:ea typeface="宋体"/>
              </a:rPr>
              <a:t>04.4</a:t>
            </a:r>
          </a:p>
          <a:p>
            <a:pPr>
              <a:lnSpc>
                <a:spcPct val="140000"/>
              </a:lnSpc>
              <a:spcBef>
                <a:spcPts val="600"/>
              </a:spcBef>
            </a:pPr>
            <a:r>
              <a:rPr sz="1400" b="1" i="0">
                <a:solidFill>
                  <a:srgbClr val="1A1917"/>
                </a:solidFill>
                <a:latin typeface="Arial"/>
                <a:ea typeface="微软雅黑"/>
              </a:rPr>
              <a:t>指标4 Metric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sz="1200" b="0" i="0">
                <a:solidFill>
                  <a:srgbClr val="8A8478"/>
                </a:solidFill>
                <a:latin typeface="Arial"/>
                <a:ea typeface="微软雅黑"/>
              </a:rPr>
              <a:t>核对04-4 </a:t>
            </a:r>
            <a:r>
              <a:rPr sz="1200" b="0" i="0">
                <a:solidFill>
                  <a:srgbClr val="8A8478"/>
                </a:solidFill>
                <a:latin typeface="Segoe UI Emoji"/>
                <a:ea typeface="Segoe UI Emoji"/>
                <a:cs typeface="Segoe UI Emoji"/>
              </a:rPr>
              <a:t>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ellipse"/>
          <p:cNvSpPr/>
          <p:nvPr/>
        </p:nvSpPr>
        <p:spPr>
          <a:xfrm>
            <a:off x="7670800" y="-2341880"/>
            <a:ext cx="6604000" cy="6604000"/>
          </a:xfrm>
          <a:prstGeom prst="ellipse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mbient-ellipse"/>
          <p:cNvSpPr/>
          <p:nvPr/>
        </p:nvSpPr>
        <p:spPr>
          <a:xfrm>
            <a:off x="8496300" y="-1516380"/>
            <a:ext cx="4953000" cy="4953000"/>
          </a:xfrm>
          <a:prstGeom prst="ellipse">
            <a:avLst/>
          </a:prstGeom>
          <a:solidFill>
            <a:srgbClr val="F9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mbient-ellipse"/>
          <p:cNvSpPr/>
          <p:nvPr/>
        </p:nvSpPr>
        <p:spPr>
          <a:xfrm>
            <a:off x="9321800" y="-690880"/>
            <a:ext cx="3302000" cy="3302000"/>
          </a:xfrm>
          <a:prstGeom prst="ellipse">
            <a:avLst/>
          </a:prstGeom>
          <a:solidFill>
            <a:srgbClr val="F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mbient-ellipse"/>
          <p:cNvSpPr/>
          <p:nvPr/>
        </p:nvSpPr>
        <p:spPr>
          <a:xfrm>
            <a:off x="10147300" y="134620"/>
            <a:ext cx="1651000" cy="1651000"/>
          </a:xfrm>
          <a:prstGeom prst="ellipse">
            <a:avLst/>
          </a:prstGeom>
          <a:solidFill>
            <a:srgbClr val="F7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mbient-rect"/>
          <p:cNvSpPr/>
          <p:nvPr/>
        </p:nvSpPr>
        <p:spPr>
          <a:xfrm>
            <a:off x="0" y="0"/>
            <a:ext cx="1706880" cy="50800"/>
          </a:xfrm>
          <a:prstGeom prst="rect">
            <a:avLst/>
          </a:prstGeom>
          <a:solidFill>
            <a:srgbClr val="B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1584198"/>
            <a:ext cx="10363200" cy="13030"/>
          </a:xfrm>
          <a:prstGeom prst="rect">
            <a:avLst/>
          </a:prstGeom>
          <a:solidFill>
            <a:srgbClr val="E2DC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711175"/>
            <a:ext cx="10363200" cy="78867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</a:pPr>
            <a:r>
              <a:rPr sz="3400" b="0" i="0">
                <a:solidFill>
                  <a:srgbClr val="1A1917"/>
                </a:solidFill>
                <a:latin typeface="Georgia"/>
                <a:ea typeface="宋体"/>
              </a:rPr>
              <a:t>验收05 · Slide05 </a:t>
            </a:r>
            <a:r>
              <a:rPr sz="3400" b="0" i="0">
                <a:solidFill>
                  <a:srgbClr val="1A1917"/>
                </a:solidFill>
                <a:latin typeface="Segoe UI Emoji"/>
                <a:ea typeface="Segoe UI Emoji"/>
                <a:cs typeface="Segoe UI Emoji"/>
              </a:rPr>
              <a:t>🙂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914400" y="1865376"/>
          <a:ext cx="7315200" cy="420395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8595360" y="1865376"/>
            <a:ext cx="2682240" cy="3771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65000"/>
              </a:lnSpc>
            </a:pPr>
            <a:r>
              <a:rPr sz="1500" b="0" i="0">
                <a:solidFill>
                  <a:srgbClr val="4A463E"/>
                </a:solidFill>
                <a:latin typeface="Arial"/>
                <a:ea typeface="微软雅黑"/>
              </a:rPr>
              <a:t>订阅收入连续四个季度环比增长，服务收入基本持平。Q4 的跃升主要来自两家大型制造业客户的集中签约。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ellipse"/>
          <p:cNvSpPr/>
          <p:nvPr/>
        </p:nvSpPr>
        <p:spPr>
          <a:xfrm>
            <a:off x="7670800" y="-2341880"/>
            <a:ext cx="6604000" cy="6604000"/>
          </a:xfrm>
          <a:prstGeom prst="ellipse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mbient-ellipse"/>
          <p:cNvSpPr/>
          <p:nvPr/>
        </p:nvSpPr>
        <p:spPr>
          <a:xfrm>
            <a:off x="8496300" y="-1516380"/>
            <a:ext cx="4953000" cy="4953000"/>
          </a:xfrm>
          <a:prstGeom prst="ellipse">
            <a:avLst/>
          </a:prstGeom>
          <a:solidFill>
            <a:srgbClr val="F9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mbient-ellipse"/>
          <p:cNvSpPr/>
          <p:nvPr/>
        </p:nvSpPr>
        <p:spPr>
          <a:xfrm>
            <a:off x="9321800" y="-690880"/>
            <a:ext cx="3302000" cy="3302000"/>
          </a:xfrm>
          <a:prstGeom prst="ellipse">
            <a:avLst/>
          </a:prstGeom>
          <a:solidFill>
            <a:srgbClr val="F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mbient-ellipse"/>
          <p:cNvSpPr/>
          <p:nvPr/>
        </p:nvSpPr>
        <p:spPr>
          <a:xfrm>
            <a:off x="10147300" y="134620"/>
            <a:ext cx="1651000" cy="1651000"/>
          </a:xfrm>
          <a:prstGeom prst="ellipse">
            <a:avLst/>
          </a:prstGeom>
          <a:solidFill>
            <a:srgbClr val="F7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mbient-rect"/>
          <p:cNvSpPr/>
          <p:nvPr/>
        </p:nvSpPr>
        <p:spPr>
          <a:xfrm>
            <a:off x="0" y="0"/>
            <a:ext cx="1706880" cy="50800"/>
          </a:xfrm>
          <a:prstGeom prst="rect">
            <a:avLst/>
          </a:prstGeom>
          <a:solidFill>
            <a:srgbClr val="B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60400" y="2271143"/>
            <a:ext cx="10871200" cy="3159185"/>
          </a:xfrm>
          <a:prstGeom prst="roundRect">
            <a:avLst>
              <a:gd name="adj" fmla="val 321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0400" y="533400"/>
            <a:ext cx="10871200" cy="49362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50000"/>
              </a:lnSpc>
            </a:pPr>
            <a:r>
              <a:rPr sz="1100" b="1" i="0" spc="160">
                <a:solidFill>
                  <a:srgbClr val="B4432B"/>
                </a:solidFill>
                <a:latin typeface="Arial"/>
                <a:ea typeface="微软雅黑"/>
              </a:rPr>
              <a:t>策略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400" y="1204823"/>
            <a:ext cx="10871200" cy="88852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</a:pPr>
            <a:r>
              <a:rPr sz="3400" b="0" i="0">
                <a:solidFill>
                  <a:srgbClr val="1A1917"/>
                </a:solidFill>
                <a:latin typeface="Georgia"/>
                <a:ea typeface="宋体"/>
              </a:rPr>
              <a:t>验收06 · Slide06 </a:t>
            </a:r>
            <a:r>
              <a:rPr sz="3400" b="0" i="0">
                <a:solidFill>
                  <a:srgbClr val="1A1917"/>
                </a:solidFill>
                <a:latin typeface="Segoe UI Emoji"/>
                <a:ea typeface="Segoe UI Emoji"/>
                <a:cs typeface="Segoe UI Emoji"/>
              </a:rPr>
              <a:t>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2800" y="2423543"/>
            <a:ext cx="5181600" cy="2854385"/>
          </a:xfrm>
          <a:prstGeom prst="roundRect">
            <a:avLst>
              <a:gd name="adj" fmla="val 355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200" y="2575943"/>
            <a:ext cx="4876800" cy="254958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45000"/>
              </a:lnSpc>
            </a:pPr>
            <a:r>
              <a:rPr sz="1900" b="1" i="0">
                <a:solidFill>
                  <a:srgbClr val="4A463E"/>
                </a:solidFill>
                <a:latin typeface="Segoe UI Emoji"/>
                <a:ea typeface="Segoe UI Emoji"/>
                <a:cs typeface="Segoe UI Emoji"/>
              </a:rPr>
              <a:t>🙂</a:t>
            </a:r>
            <a:r>
              <a:rPr sz="1900" b="1" i="0">
                <a:solidFill>
                  <a:srgbClr val="4A463E"/>
                </a:solidFill>
                <a:latin typeface="Arial"/>
                <a:ea typeface="微软雅黑"/>
              </a:rPr>
              <a:t> 卡片06A</a:t>
            </a:r>
          </a:p>
          <a:p>
            <a:pPr>
              <a:lnSpc>
                <a:spcPct val="165000"/>
              </a:lnSpc>
              <a:spcBef>
                <a:spcPts val="600"/>
              </a:spcBef>
            </a:pPr>
            <a:r>
              <a:rPr sz="1500" b="0" i="0">
                <a:solidFill>
                  <a:srgbClr val="4A463E"/>
                </a:solidFill>
                <a:latin typeface="Arial"/>
                <a:ea typeface="微软雅黑"/>
              </a:rPr>
              <a:t>中文正文 Edit 06A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7600" y="2423543"/>
            <a:ext cx="5181600" cy="2854385"/>
          </a:xfrm>
          <a:prstGeom prst="roundRect">
            <a:avLst>
              <a:gd name="adj" fmla="val 355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0" y="2575943"/>
            <a:ext cx="4876800" cy="254958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45000"/>
              </a:lnSpc>
            </a:pPr>
            <a:r>
              <a:rPr sz="1900" b="1" i="0">
                <a:solidFill>
                  <a:srgbClr val="4A463E"/>
                </a:solidFill>
                <a:latin typeface="Segoe UI Emoji"/>
                <a:ea typeface="Segoe UI Emoji"/>
                <a:cs typeface="Segoe UI Emoji"/>
              </a:rPr>
              <a:t>🚀</a:t>
            </a:r>
            <a:r>
              <a:rPr sz="1900" b="1" i="0">
                <a:solidFill>
                  <a:srgbClr val="4A463E"/>
                </a:solidFill>
                <a:latin typeface="Arial"/>
                <a:ea typeface="微软雅黑"/>
              </a:rPr>
              <a:t> 卡片06B</a:t>
            </a:r>
          </a:p>
          <a:p>
            <a:pPr>
              <a:lnSpc>
                <a:spcPct val="165000"/>
              </a:lnSpc>
              <a:spcBef>
                <a:spcPts val="600"/>
              </a:spcBef>
            </a:pPr>
            <a:r>
              <a:rPr sz="1500" b="0" i="0">
                <a:solidFill>
                  <a:srgbClr val="4A463E"/>
                </a:solidFill>
                <a:latin typeface="Arial"/>
                <a:ea typeface="微软雅黑"/>
              </a:rPr>
              <a:t>English body 06B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0400" y="5608128"/>
            <a:ext cx="10871200" cy="691072"/>
          </a:xfrm>
          <a:prstGeom prst="roundRect">
            <a:avLst>
              <a:gd name="adj" fmla="val 14701"/>
            </a:avLst>
          </a:prstGeom>
          <a:solidFill>
            <a:srgbClr val="FCFC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2800" y="5722428"/>
            <a:ext cx="10566400" cy="462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50000"/>
              </a:lnSpc>
            </a:pPr>
            <a:r>
              <a:rPr sz="1100" b="1" i="0" spc="160">
                <a:solidFill>
                  <a:srgbClr val="B4432B"/>
                </a:solidFill>
                <a:latin typeface="Segoe UI Emoji"/>
                <a:ea typeface="Segoe UI Emoji"/>
                <a:cs typeface="Segoe UI Emoji"/>
              </a:rPr>
              <a:t>🙂</a:t>
            </a:r>
            <a:r>
              <a:rPr sz="1100" b="1" i="0" spc="160">
                <a:solidFill>
                  <a:srgbClr val="B4432B"/>
                </a:solidFill>
                <a:latin typeface="Arial"/>
                <a:ea typeface="微软雅黑"/>
              </a:rPr>
              <a:t> 核对注06：Editable callout </a:t>
            </a:r>
            <a:r>
              <a:rPr sz="1100" b="1" i="0" spc="160">
                <a:solidFill>
                  <a:srgbClr val="B4432B"/>
                </a:solidFill>
                <a:latin typeface="Segoe UI Emoji"/>
                <a:ea typeface="Segoe UI Emoji"/>
                <a:cs typeface="Segoe UI Emoji"/>
              </a:rPr>
              <a:t>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ellipse"/>
          <p:cNvSpPr/>
          <p:nvPr/>
        </p:nvSpPr>
        <p:spPr>
          <a:xfrm>
            <a:off x="7670800" y="-2341880"/>
            <a:ext cx="6604000" cy="6604000"/>
          </a:xfrm>
          <a:prstGeom prst="ellipse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mbient-ellipse"/>
          <p:cNvSpPr/>
          <p:nvPr/>
        </p:nvSpPr>
        <p:spPr>
          <a:xfrm>
            <a:off x="8496300" y="-1516380"/>
            <a:ext cx="4953000" cy="4953000"/>
          </a:xfrm>
          <a:prstGeom prst="ellipse">
            <a:avLst/>
          </a:prstGeom>
          <a:solidFill>
            <a:srgbClr val="F9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mbient-ellipse"/>
          <p:cNvSpPr/>
          <p:nvPr/>
        </p:nvSpPr>
        <p:spPr>
          <a:xfrm>
            <a:off x="9321800" y="-690880"/>
            <a:ext cx="3302000" cy="3302000"/>
          </a:xfrm>
          <a:prstGeom prst="ellipse">
            <a:avLst/>
          </a:prstGeom>
          <a:solidFill>
            <a:srgbClr val="F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mbient-ellipse"/>
          <p:cNvSpPr/>
          <p:nvPr/>
        </p:nvSpPr>
        <p:spPr>
          <a:xfrm>
            <a:off x="10147300" y="134620"/>
            <a:ext cx="1651000" cy="1651000"/>
          </a:xfrm>
          <a:prstGeom prst="ellipse">
            <a:avLst/>
          </a:prstGeom>
          <a:solidFill>
            <a:srgbClr val="F7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mbient-rect"/>
          <p:cNvSpPr/>
          <p:nvPr/>
        </p:nvSpPr>
        <p:spPr>
          <a:xfrm>
            <a:off x="6092825" y="0"/>
            <a:ext cx="6350" cy="6858000"/>
          </a:xfrm>
          <a:prstGeom prst="rect">
            <a:avLst/>
          </a:prstGeom>
          <a:solidFill>
            <a:srgbClr val="E9E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mbient-rect"/>
          <p:cNvSpPr/>
          <p:nvPr/>
        </p:nvSpPr>
        <p:spPr>
          <a:xfrm>
            <a:off x="0" y="0"/>
            <a:ext cx="1706880" cy="50800"/>
          </a:xfrm>
          <a:prstGeom prst="rect">
            <a:avLst/>
          </a:prstGeom>
          <a:solidFill>
            <a:srgbClr val="B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711175"/>
            <a:ext cx="5120640" cy="11658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</a:pPr>
            <a:r>
              <a:rPr sz="3400" b="0" i="0">
                <a:solidFill>
                  <a:srgbClr val="1A1917"/>
                </a:solidFill>
                <a:latin typeface="Georgia"/>
                <a:ea typeface="宋体"/>
              </a:rPr>
              <a:t>验收07 · Slide07 </a:t>
            </a:r>
            <a:r>
              <a:rPr sz="3400" b="0" i="0">
                <a:solidFill>
                  <a:srgbClr val="1A1917"/>
                </a:solidFill>
                <a:latin typeface="Segoe UI Emoji"/>
                <a:ea typeface="Segoe UI Emoji"/>
                <a:cs typeface="Segoe UI Emoji"/>
              </a:rPr>
              <a:t>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57400"/>
            <a:ext cx="5120640" cy="401193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228600" indent="-228600">
              <a:lnSpc>
                <a:spcPct val="162000"/>
              </a:lnSpc>
              <a:buClr>
                <a:srgbClr val="B4432B"/>
              </a:buClr>
              <a:buFont typeface="Arial"/>
              <a:buChar char="—"/>
            </a:pPr>
            <a:r>
              <a:rPr sz="1600" b="0" i="0">
                <a:solidFill>
                  <a:srgbClr val="4A463E"/>
                </a:solidFill>
                <a:latin typeface="Arial"/>
                <a:ea typeface="微软雅黑"/>
              </a:rPr>
              <a:t>第07页中文要点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B4432B"/>
              </a:buClr>
              <a:buFont typeface="Arial"/>
              <a:buChar char="—"/>
            </a:pPr>
            <a:r>
              <a:rPr sz="1600" b="0" i="0">
                <a:solidFill>
                  <a:srgbClr val="4A463E"/>
                </a:solidFill>
                <a:latin typeface="Arial"/>
                <a:ea typeface="微软雅黑"/>
              </a:rPr>
              <a:t>Editable bullet 07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B4432B"/>
              </a:buClr>
              <a:buFont typeface="Arial"/>
              <a:buChar char="—"/>
            </a:pPr>
            <a:r>
              <a:rPr sz="1600" b="0" i="0">
                <a:solidFill>
                  <a:srgbClr val="4A463E"/>
                </a:solidFill>
                <a:latin typeface="Arial"/>
                <a:ea typeface="微软雅黑"/>
              </a:rPr>
              <a:t>Unicode </a:t>
            </a:r>
            <a:r>
              <a:rPr sz="1600" b="0" i="0">
                <a:solidFill>
                  <a:srgbClr val="4A463E"/>
                </a:solidFill>
                <a:latin typeface="Segoe UI Emoji"/>
                <a:ea typeface="Segoe UI Emoji"/>
                <a:cs typeface="Segoe UI Emoji"/>
              </a:rPr>
              <a:t>🙂🚀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44640" y="711175"/>
            <a:ext cx="4632960" cy="5435651"/>
          </a:xfrm>
          <a:prstGeom prst="rect">
            <a:avLst/>
          </a:prstGeom>
          <a:solidFill>
            <a:srgbClr val="F0E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3142" y="928601"/>
            <a:ext cx="2594458" cy="1848121"/>
          </a:xfrm>
          <a:prstGeom prst="ellipse">
            <a:avLst/>
          </a:prstGeom>
          <a:solidFill>
            <a:srgbClr val="E3C1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239098" y="1254740"/>
            <a:ext cx="1667866" cy="1087130"/>
          </a:xfrm>
          <a:prstGeom prst="ellipse">
            <a:avLst/>
          </a:prstGeom>
          <a:solidFill>
            <a:srgbClr val="DDB0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6644640" y="2885435"/>
            <a:ext cx="4632960" cy="3261390"/>
          </a:xfrm>
          <a:custGeom>
            <a:avLst/>
            <a:gdLst/>
            <a:ahLst/>
            <a:cxnLst/>
            <a:rect l="l" t="t" r="r" b="b"/>
            <a:pathLst>
              <a:path w="4632960" h="3261390">
                <a:moveTo>
                  <a:pt x="0" y="2065547"/>
                </a:moveTo>
                <a:lnTo>
                  <a:pt x="1575206" y="652278"/>
                </a:lnTo>
                <a:lnTo>
                  <a:pt x="2687117" y="1630695"/>
                </a:lnTo>
                <a:lnTo>
                  <a:pt x="4632960" y="0"/>
                </a:lnTo>
                <a:lnTo>
                  <a:pt x="4632960" y="3261390"/>
                </a:lnTo>
                <a:lnTo>
                  <a:pt x="0" y="3261390"/>
                </a:lnTo>
                <a:close/>
              </a:path>
            </a:pathLst>
          </a:custGeom>
          <a:solidFill>
            <a:srgbClr val="E6CA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15277" y="5385834"/>
            <a:ext cx="833933" cy="65228"/>
          </a:xfrm>
          <a:prstGeom prst="rect">
            <a:avLst/>
          </a:prstGeom>
          <a:solidFill>
            <a:srgbClr val="B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ellipse"/>
          <p:cNvSpPr/>
          <p:nvPr/>
        </p:nvSpPr>
        <p:spPr>
          <a:xfrm>
            <a:off x="7670800" y="-2341880"/>
            <a:ext cx="6604000" cy="6604000"/>
          </a:xfrm>
          <a:prstGeom prst="ellipse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mbient-ellipse"/>
          <p:cNvSpPr/>
          <p:nvPr/>
        </p:nvSpPr>
        <p:spPr>
          <a:xfrm>
            <a:off x="8496300" y="-1516380"/>
            <a:ext cx="4953000" cy="4953000"/>
          </a:xfrm>
          <a:prstGeom prst="ellipse">
            <a:avLst/>
          </a:prstGeom>
          <a:solidFill>
            <a:srgbClr val="F9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mbient-ellipse"/>
          <p:cNvSpPr/>
          <p:nvPr/>
        </p:nvSpPr>
        <p:spPr>
          <a:xfrm>
            <a:off x="9321800" y="-690880"/>
            <a:ext cx="3302000" cy="3302000"/>
          </a:xfrm>
          <a:prstGeom prst="ellipse">
            <a:avLst/>
          </a:prstGeom>
          <a:solidFill>
            <a:srgbClr val="F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mbient-ellipse"/>
          <p:cNvSpPr/>
          <p:nvPr/>
        </p:nvSpPr>
        <p:spPr>
          <a:xfrm>
            <a:off x="10147300" y="134620"/>
            <a:ext cx="1651000" cy="1651000"/>
          </a:xfrm>
          <a:prstGeom prst="ellipse">
            <a:avLst/>
          </a:prstGeom>
          <a:solidFill>
            <a:srgbClr val="F7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mbient-rect"/>
          <p:cNvSpPr/>
          <p:nvPr/>
        </p:nvSpPr>
        <p:spPr>
          <a:xfrm>
            <a:off x="6092825" y="0"/>
            <a:ext cx="6350" cy="6858000"/>
          </a:xfrm>
          <a:prstGeom prst="rect">
            <a:avLst/>
          </a:prstGeom>
          <a:solidFill>
            <a:srgbClr val="E9E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mbient-rect"/>
          <p:cNvSpPr/>
          <p:nvPr/>
        </p:nvSpPr>
        <p:spPr>
          <a:xfrm>
            <a:off x="0" y="0"/>
            <a:ext cx="1706880" cy="50800"/>
          </a:xfrm>
          <a:prstGeom prst="rect">
            <a:avLst/>
          </a:prstGeom>
          <a:solidFill>
            <a:srgbClr val="B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711175"/>
            <a:ext cx="4632960" cy="5435651"/>
          </a:xfrm>
          <a:prstGeom prst="rect">
            <a:avLst/>
          </a:prstGeom>
          <a:solidFill>
            <a:srgbClr val="F0E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952902" y="928601"/>
            <a:ext cx="2594458" cy="1848121"/>
          </a:xfrm>
          <a:prstGeom prst="ellipse">
            <a:avLst/>
          </a:prstGeom>
          <a:solidFill>
            <a:srgbClr val="E3C1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508858" y="1254740"/>
            <a:ext cx="1667866" cy="1087130"/>
          </a:xfrm>
          <a:prstGeom prst="ellipse">
            <a:avLst/>
          </a:prstGeom>
          <a:solidFill>
            <a:srgbClr val="DDB0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914400" y="2885435"/>
            <a:ext cx="4632960" cy="3261390"/>
          </a:xfrm>
          <a:custGeom>
            <a:avLst/>
            <a:gdLst/>
            <a:ahLst/>
            <a:cxnLst/>
            <a:rect l="l" t="t" r="r" b="b"/>
            <a:pathLst>
              <a:path w="4632960" h="3261390">
                <a:moveTo>
                  <a:pt x="0" y="2065547"/>
                </a:moveTo>
                <a:lnTo>
                  <a:pt x="1575206" y="652278"/>
                </a:lnTo>
                <a:lnTo>
                  <a:pt x="2687117" y="1630695"/>
                </a:lnTo>
                <a:lnTo>
                  <a:pt x="4632960" y="0"/>
                </a:lnTo>
                <a:lnTo>
                  <a:pt x="4632960" y="3261390"/>
                </a:lnTo>
                <a:lnTo>
                  <a:pt x="0" y="3261390"/>
                </a:lnTo>
                <a:close/>
              </a:path>
            </a:pathLst>
          </a:custGeom>
          <a:solidFill>
            <a:srgbClr val="E6CA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85037" y="5385834"/>
            <a:ext cx="833933" cy="65228"/>
          </a:xfrm>
          <a:prstGeom prst="rect">
            <a:avLst/>
          </a:prstGeom>
          <a:solidFill>
            <a:srgbClr val="B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56960" y="711175"/>
            <a:ext cx="5120640" cy="11658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</a:pPr>
            <a:r>
              <a:rPr sz="3400" b="0" i="0">
                <a:solidFill>
                  <a:srgbClr val="1A1917"/>
                </a:solidFill>
                <a:latin typeface="Georgia"/>
                <a:ea typeface="宋体"/>
              </a:rPr>
              <a:t>验收08 · Slide08 </a:t>
            </a:r>
            <a:r>
              <a:rPr sz="3400" b="0" i="0">
                <a:solidFill>
                  <a:srgbClr val="1A1917"/>
                </a:solidFill>
                <a:latin typeface="Segoe UI Emoji"/>
                <a:ea typeface="Segoe UI Emoji"/>
                <a:cs typeface="Segoe UI Emoji"/>
              </a:rPr>
              <a:t>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56960" y="2057400"/>
            <a:ext cx="5120640" cy="401193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228600" indent="-228600">
              <a:lnSpc>
                <a:spcPct val="162000"/>
              </a:lnSpc>
              <a:buClr>
                <a:srgbClr val="B4432B"/>
              </a:buClr>
              <a:buFont typeface="Arial"/>
              <a:buChar char="—"/>
            </a:pPr>
            <a:r>
              <a:rPr sz="1600" b="0" i="0">
                <a:solidFill>
                  <a:srgbClr val="4A463E"/>
                </a:solidFill>
                <a:latin typeface="Arial"/>
                <a:ea typeface="微软雅黑"/>
              </a:rPr>
              <a:t>第08页中文要点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B4432B"/>
              </a:buClr>
              <a:buFont typeface="Arial"/>
              <a:buChar char="—"/>
            </a:pPr>
            <a:r>
              <a:rPr sz="1600" b="0" i="0">
                <a:solidFill>
                  <a:srgbClr val="4A463E"/>
                </a:solidFill>
                <a:latin typeface="Arial"/>
                <a:ea typeface="微软雅黑"/>
              </a:rPr>
              <a:t>Editable bullet 08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B4432B"/>
              </a:buClr>
              <a:buFont typeface="Arial"/>
              <a:buChar char="—"/>
            </a:pPr>
            <a:r>
              <a:rPr sz="1600" b="0" i="0">
                <a:solidFill>
                  <a:srgbClr val="4A463E"/>
                </a:solidFill>
                <a:latin typeface="Arial"/>
                <a:ea typeface="微软雅黑"/>
              </a:rPr>
              <a:t>Unicode </a:t>
            </a:r>
            <a:r>
              <a:rPr sz="1600" b="0" i="0">
                <a:solidFill>
                  <a:srgbClr val="4A463E"/>
                </a:solidFill>
                <a:latin typeface="Segoe UI Emoji"/>
                <a:ea typeface="Segoe UI Emoji"/>
                <a:cs typeface="Segoe UI Emoji"/>
              </a:rPr>
              <a:t>🙂🚀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ellipse"/>
          <p:cNvSpPr/>
          <p:nvPr/>
        </p:nvSpPr>
        <p:spPr>
          <a:xfrm>
            <a:off x="7670800" y="-2341880"/>
            <a:ext cx="6604000" cy="6604000"/>
          </a:xfrm>
          <a:prstGeom prst="ellipse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mbient-ellipse"/>
          <p:cNvSpPr/>
          <p:nvPr/>
        </p:nvSpPr>
        <p:spPr>
          <a:xfrm>
            <a:off x="8496300" y="-1516380"/>
            <a:ext cx="4953000" cy="4953000"/>
          </a:xfrm>
          <a:prstGeom prst="ellipse">
            <a:avLst/>
          </a:prstGeom>
          <a:solidFill>
            <a:srgbClr val="F9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mbient-ellipse"/>
          <p:cNvSpPr/>
          <p:nvPr/>
        </p:nvSpPr>
        <p:spPr>
          <a:xfrm>
            <a:off x="9321800" y="-690880"/>
            <a:ext cx="3302000" cy="3302000"/>
          </a:xfrm>
          <a:prstGeom prst="ellipse">
            <a:avLst/>
          </a:prstGeom>
          <a:solidFill>
            <a:srgbClr val="F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mbient-ellipse"/>
          <p:cNvSpPr/>
          <p:nvPr/>
        </p:nvSpPr>
        <p:spPr>
          <a:xfrm>
            <a:off x="10147300" y="134620"/>
            <a:ext cx="1651000" cy="1651000"/>
          </a:xfrm>
          <a:prstGeom prst="ellipse">
            <a:avLst/>
          </a:prstGeom>
          <a:solidFill>
            <a:srgbClr val="F7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mbient-rect"/>
          <p:cNvSpPr/>
          <p:nvPr/>
        </p:nvSpPr>
        <p:spPr>
          <a:xfrm>
            <a:off x="0" y="0"/>
            <a:ext cx="1706880" cy="50800"/>
          </a:xfrm>
          <a:prstGeom prst="rect">
            <a:avLst/>
          </a:prstGeom>
          <a:solidFill>
            <a:srgbClr val="B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1584198"/>
            <a:ext cx="10363200" cy="13030"/>
          </a:xfrm>
          <a:prstGeom prst="rect">
            <a:avLst/>
          </a:prstGeom>
          <a:solidFill>
            <a:srgbClr val="E2DC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88685" y="1865376"/>
            <a:ext cx="14630" cy="4203954"/>
          </a:xfrm>
          <a:prstGeom prst="rect">
            <a:avLst/>
          </a:prstGeom>
          <a:solidFill>
            <a:srgbClr val="E2DC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711175"/>
            <a:ext cx="10363200" cy="78867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</a:pPr>
            <a:r>
              <a:rPr sz="3400" b="0" i="0">
                <a:solidFill>
                  <a:srgbClr val="1A1917"/>
                </a:solidFill>
                <a:latin typeface="Georgia"/>
                <a:ea typeface="宋体"/>
              </a:rPr>
              <a:t>验收09 · Slide09 </a:t>
            </a:r>
            <a:r>
              <a:rPr sz="3400" b="0" i="0">
                <a:solidFill>
                  <a:srgbClr val="1A1917"/>
                </a:solidFill>
                <a:latin typeface="Segoe UI Emoji"/>
                <a:ea typeface="Segoe UI Emoji"/>
                <a:cs typeface="Segoe UI Emoji"/>
              </a:rPr>
              <a:t>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865376"/>
            <a:ext cx="4876800" cy="5143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45000"/>
              </a:lnSpc>
            </a:pPr>
            <a:r>
              <a:rPr sz="1900" b="1" i="0">
                <a:solidFill>
                  <a:srgbClr val="4A463E"/>
                </a:solidFill>
                <a:latin typeface="Arial"/>
                <a:ea typeface="微软雅黑"/>
              </a:rPr>
              <a:t>我们的优势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523744"/>
            <a:ext cx="4876800" cy="35455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228600" indent="-228600">
              <a:lnSpc>
                <a:spcPct val="162000"/>
              </a:lnSpc>
              <a:buClr>
                <a:srgbClr val="B4432B"/>
              </a:buClr>
              <a:buFont typeface="Arial"/>
              <a:buChar char="—"/>
            </a:pPr>
            <a:r>
              <a:rPr sz="1600" b="0" i="0">
                <a:solidFill>
                  <a:srgbClr val="4A463E"/>
                </a:solidFill>
                <a:latin typeface="Arial"/>
                <a:ea typeface="微软雅黑"/>
              </a:rPr>
              <a:t>第09页中文要点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B4432B"/>
              </a:buClr>
              <a:buFont typeface="Arial"/>
              <a:buChar char="—"/>
            </a:pPr>
            <a:r>
              <a:rPr sz="1600" b="0" i="0">
                <a:solidFill>
                  <a:srgbClr val="4A463E"/>
                </a:solidFill>
                <a:latin typeface="Arial"/>
                <a:ea typeface="微软雅黑"/>
              </a:rPr>
              <a:t>Editable bullet 09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B4432B"/>
              </a:buClr>
              <a:buFont typeface="Arial"/>
              <a:buChar char="—"/>
            </a:pPr>
            <a:r>
              <a:rPr sz="1600" b="0" i="0">
                <a:solidFill>
                  <a:srgbClr val="4A463E"/>
                </a:solidFill>
                <a:latin typeface="Arial"/>
                <a:ea typeface="微软雅黑"/>
              </a:rPr>
              <a:t>Unicode </a:t>
            </a:r>
            <a:r>
              <a:rPr sz="1600" b="0" i="0">
                <a:solidFill>
                  <a:srgbClr val="4A463E"/>
                </a:solidFill>
                <a:latin typeface="Segoe UI Emoji"/>
                <a:ea typeface="Segoe UI Emoji"/>
                <a:cs typeface="Segoe UI Emoji"/>
              </a:rPr>
              <a:t>🙂🚀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865376"/>
            <a:ext cx="4876800" cy="5143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45000"/>
              </a:lnSpc>
            </a:pPr>
            <a:r>
              <a:rPr sz="1900" b="1" i="0">
                <a:solidFill>
                  <a:srgbClr val="4A463E"/>
                </a:solidFill>
                <a:latin typeface="Arial"/>
                <a:ea typeface="微软雅黑"/>
              </a:rPr>
              <a:t>面临的压力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523744"/>
            <a:ext cx="4876800" cy="35455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228600" indent="-228600">
              <a:lnSpc>
                <a:spcPct val="162000"/>
              </a:lnSpc>
              <a:buClr>
                <a:srgbClr val="B4432B"/>
              </a:buClr>
              <a:buFont typeface="Arial"/>
              <a:buChar char="—"/>
            </a:pPr>
            <a:r>
              <a:rPr sz="1600" b="0" i="0">
                <a:solidFill>
                  <a:srgbClr val="4A463E"/>
                </a:solidFill>
                <a:latin typeface="Arial"/>
                <a:ea typeface="微软雅黑"/>
              </a:rPr>
              <a:t>第09页中文要点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B4432B"/>
              </a:buClr>
              <a:buFont typeface="Arial"/>
              <a:buChar char="—"/>
            </a:pPr>
            <a:r>
              <a:rPr sz="1600" b="0" i="0">
                <a:solidFill>
                  <a:srgbClr val="4A463E"/>
                </a:solidFill>
                <a:latin typeface="Arial"/>
                <a:ea typeface="微软雅黑"/>
              </a:rPr>
              <a:t>Editable bullet 09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B4432B"/>
              </a:buClr>
              <a:buFont typeface="Arial"/>
              <a:buChar char="—"/>
            </a:pPr>
            <a:r>
              <a:rPr sz="1600" b="0" i="0">
                <a:solidFill>
                  <a:srgbClr val="4A463E"/>
                </a:solidFill>
                <a:latin typeface="Arial"/>
                <a:ea typeface="微软雅黑"/>
              </a:rPr>
              <a:t>Unicode </a:t>
            </a:r>
            <a:r>
              <a:rPr sz="1600" b="0" i="0">
                <a:solidFill>
                  <a:srgbClr val="4A463E"/>
                </a:solidFill>
                <a:latin typeface="Segoe UI Emoji"/>
                <a:ea typeface="Segoe UI Emoji"/>
                <a:cs typeface="Segoe UI Emoji"/>
              </a:rPr>
              <a:t>🙂🚀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ellipse"/>
          <p:cNvSpPr/>
          <p:nvPr/>
        </p:nvSpPr>
        <p:spPr>
          <a:xfrm>
            <a:off x="7670800" y="-2341880"/>
            <a:ext cx="6604000" cy="6604000"/>
          </a:xfrm>
          <a:prstGeom prst="ellipse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mbient-ellipse"/>
          <p:cNvSpPr/>
          <p:nvPr/>
        </p:nvSpPr>
        <p:spPr>
          <a:xfrm>
            <a:off x="8496300" y="-1516380"/>
            <a:ext cx="4953000" cy="4953000"/>
          </a:xfrm>
          <a:prstGeom prst="ellipse">
            <a:avLst/>
          </a:prstGeom>
          <a:solidFill>
            <a:srgbClr val="F9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mbient-ellipse"/>
          <p:cNvSpPr/>
          <p:nvPr/>
        </p:nvSpPr>
        <p:spPr>
          <a:xfrm>
            <a:off x="9321800" y="-690880"/>
            <a:ext cx="3302000" cy="3302000"/>
          </a:xfrm>
          <a:prstGeom prst="ellipse">
            <a:avLst/>
          </a:prstGeom>
          <a:solidFill>
            <a:srgbClr val="F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mbient-ellipse"/>
          <p:cNvSpPr/>
          <p:nvPr/>
        </p:nvSpPr>
        <p:spPr>
          <a:xfrm>
            <a:off x="10147300" y="134620"/>
            <a:ext cx="1651000" cy="1651000"/>
          </a:xfrm>
          <a:prstGeom prst="ellipse">
            <a:avLst/>
          </a:prstGeom>
          <a:solidFill>
            <a:srgbClr val="F7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mbient-rect"/>
          <p:cNvSpPr/>
          <p:nvPr/>
        </p:nvSpPr>
        <p:spPr>
          <a:xfrm>
            <a:off x="0" y="0"/>
            <a:ext cx="1706880" cy="50800"/>
          </a:xfrm>
          <a:prstGeom prst="rect">
            <a:avLst/>
          </a:prstGeom>
          <a:solidFill>
            <a:srgbClr val="B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711175"/>
            <a:ext cx="10363200" cy="78867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</a:pPr>
            <a:r>
              <a:rPr sz="3400" b="0" i="0">
                <a:solidFill>
                  <a:srgbClr val="1A1917"/>
                </a:solidFill>
                <a:latin typeface="Georgia"/>
                <a:ea typeface="宋体"/>
              </a:rPr>
              <a:t>验收10 · Slide10 </a:t>
            </a:r>
            <a:r>
              <a:rPr sz="3400" b="0" i="0">
                <a:solidFill>
                  <a:srgbClr val="1A1917"/>
                </a:solidFill>
                <a:latin typeface="Segoe UI Emoji"/>
                <a:ea typeface="Segoe UI Emoji"/>
                <a:cs typeface="Segoe UI Emoji"/>
              </a:rPr>
              <a:t>🙂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914400" y="1865376"/>
          <a:ext cx="10363200" cy="41148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454400"/>
                <a:gridCol w="3454400"/>
                <a:gridCol w="3454400"/>
              </a:tblGrid>
              <a:tr h="137160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A1917"/>
                          </a:solidFill>
                          <a:latin typeface="Arial"/>
                          <a:ea typeface="微软雅黑"/>
                        </a:rPr>
                        <a:t>核对项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>
                      <a:solidFill>
                        <a:srgbClr val="B4432B"/>
                      </a:solidFill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A1917"/>
                          </a:solidFill>
                          <a:latin typeface="Arial"/>
                          <a:ea typeface="微软雅黑"/>
                        </a:rPr>
                        <a:t>值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>
                      <a:solidFill>
                        <a:srgbClr val="B4432B"/>
                      </a:solidFill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A1917"/>
                          </a:solidFill>
                          <a:latin typeface="Arial"/>
                          <a:ea typeface="微软雅黑"/>
                        </a:rPr>
                        <a:t>English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>
                      <a:solidFill>
                        <a:srgbClr val="B4432B"/>
                      </a:solidFill>
                    </a:lnB>
                    <a:solidFill>
                      <a:srgbClr val="FBFAF6"/>
                    </a:solidFill>
                  </a:tcPr>
                </a:tc>
              </a:tr>
              <a:tr h="13716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4A463E"/>
                          </a:solidFill>
                          <a:latin typeface="Arial"/>
                          <a:ea typeface="微软雅黑"/>
                        </a:rPr>
                        <a:t>第10页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E2DCD0"/>
                      </a:solidFill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4A463E"/>
                          </a:solidFill>
                          <a:latin typeface="Arial"/>
                          <a:ea typeface="微软雅黑"/>
                        </a:rPr>
                        <a:t>123.50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E2DCD0"/>
                      </a:solidFill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4A463E"/>
                          </a:solidFill>
                          <a:latin typeface="Arial"/>
                          <a:ea typeface="微软雅黑"/>
                        </a:rPr>
                        <a:t>Editable cell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E2DCD0"/>
                      </a:solidFill>
                    </a:lnB>
                    <a:solidFill>
                      <a:srgbClr val="FBFAF6"/>
                    </a:solidFill>
                  </a:tcPr>
                </a:tc>
              </a:tr>
              <a:tr h="13716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4A463E"/>
                          </a:solidFill>
                          <a:latin typeface="Arial"/>
                          <a:ea typeface="微软雅黑"/>
                        </a:rPr>
                        <a:t>中文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E2DCD0"/>
                      </a:solidFill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4A463E"/>
                          </a:solidFill>
                          <a:latin typeface="Arial"/>
                          <a:ea typeface="微软雅黑"/>
                        </a:rPr>
                        <a:t>ID-10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E2DCD0"/>
                      </a:solidFill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4A463E"/>
                          </a:solidFill>
                          <a:latin typeface="Arial"/>
                          <a:ea typeface="微软雅黑"/>
                        </a:rPr>
                        <a:t>🙂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E2DCD0"/>
                      </a:solidFill>
                    </a:lnB>
                    <a:solidFill>
                      <a:srgbClr val="FBFA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ellipse"/>
          <p:cNvSpPr/>
          <p:nvPr/>
        </p:nvSpPr>
        <p:spPr>
          <a:xfrm>
            <a:off x="7670800" y="-2341880"/>
            <a:ext cx="6604000" cy="6604000"/>
          </a:xfrm>
          <a:prstGeom prst="ellipse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mbient-ellipse"/>
          <p:cNvSpPr/>
          <p:nvPr/>
        </p:nvSpPr>
        <p:spPr>
          <a:xfrm>
            <a:off x="8496300" y="-1516380"/>
            <a:ext cx="4953000" cy="4953000"/>
          </a:xfrm>
          <a:prstGeom prst="ellipse">
            <a:avLst/>
          </a:prstGeom>
          <a:solidFill>
            <a:srgbClr val="F9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mbient-ellipse"/>
          <p:cNvSpPr/>
          <p:nvPr/>
        </p:nvSpPr>
        <p:spPr>
          <a:xfrm>
            <a:off x="9321800" y="-690880"/>
            <a:ext cx="3302000" cy="3302000"/>
          </a:xfrm>
          <a:prstGeom prst="ellipse">
            <a:avLst/>
          </a:prstGeom>
          <a:solidFill>
            <a:srgbClr val="F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mbient-ellipse"/>
          <p:cNvSpPr/>
          <p:nvPr/>
        </p:nvSpPr>
        <p:spPr>
          <a:xfrm>
            <a:off x="10147300" y="134620"/>
            <a:ext cx="1651000" cy="1651000"/>
          </a:xfrm>
          <a:prstGeom prst="ellipse">
            <a:avLst/>
          </a:prstGeom>
          <a:solidFill>
            <a:srgbClr val="F7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mbient-rect"/>
          <p:cNvSpPr/>
          <p:nvPr/>
        </p:nvSpPr>
        <p:spPr>
          <a:xfrm>
            <a:off x="0" y="0"/>
            <a:ext cx="1706880" cy="50800"/>
          </a:xfrm>
          <a:prstGeom prst="rect">
            <a:avLst/>
          </a:prstGeom>
          <a:solidFill>
            <a:srgbClr val="B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3600450"/>
            <a:ext cx="10363200" cy="13030"/>
          </a:xfrm>
          <a:prstGeom prst="rect">
            <a:avLst/>
          </a:prstGeom>
          <a:solidFill>
            <a:srgbClr val="E2DC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371600"/>
            <a:ext cx="4876800" cy="342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50000"/>
              </a:lnSpc>
            </a:pPr>
            <a:r>
              <a:rPr sz="1100" b="1" i="0" spc="160">
                <a:solidFill>
                  <a:srgbClr val="B4432B"/>
                </a:solidFill>
                <a:latin typeface="Arial"/>
                <a:ea typeface="微软雅黑"/>
              </a:rPr>
              <a:t>结论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783080"/>
            <a:ext cx="8534400" cy="1714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2000"/>
              </a:lnSpc>
            </a:pPr>
            <a:r>
              <a:rPr sz="5400" b="0" i="0">
                <a:solidFill>
                  <a:srgbClr val="1A1917"/>
                </a:solidFill>
                <a:latin typeface="Georgia"/>
                <a:ea typeface="宋体"/>
              </a:rPr>
              <a:t>验收11 · Slide11 </a:t>
            </a:r>
            <a:r>
              <a:rPr sz="5400" b="0" i="0">
                <a:solidFill>
                  <a:srgbClr val="1A1917"/>
                </a:solidFill>
                <a:latin typeface="Segoe UI Emoji"/>
                <a:ea typeface="Segoe UI Emoji"/>
                <a:cs typeface="Segoe UI Emoji"/>
              </a:rPr>
              <a:t>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71900"/>
            <a:ext cx="8778240" cy="21945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228600" indent="-228600">
              <a:lnSpc>
                <a:spcPct val="162000"/>
              </a:lnSpc>
              <a:buClr>
                <a:srgbClr val="B4432B"/>
              </a:buClr>
              <a:buFont typeface="Arial"/>
              <a:buChar char="—"/>
            </a:pPr>
            <a:r>
              <a:rPr sz="1600" b="0" i="0">
                <a:solidFill>
                  <a:srgbClr val="4A463E"/>
                </a:solidFill>
                <a:latin typeface="Arial"/>
                <a:ea typeface="微软雅黑"/>
              </a:rPr>
              <a:t>第11页中文要点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B4432B"/>
              </a:buClr>
              <a:buFont typeface="Arial"/>
              <a:buChar char="—"/>
            </a:pPr>
            <a:r>
              <a:rPr sz="1600" b="0" i="0">
                <a:solidFill>
                  <a:srgbClr val="4A463E"/>
                </a:solidFill>
                <a:latin typeface="Arial"/>
                <a:ea typeface="微软雅黑"/>
              </a:rPr>
              <a:t>Editable bullet 11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B4432B"/>
              </a:buClr>
              <a:buFont typeface="Arial"/>
              <a:buChar char="—"/>
            </a:pPr>
            <a:r>
              <a:rPr sz="1600" b="0" i="0">
                <a:solidFill>
                  <a:srgbClr val="4A463E"/>
                </a:solidFill>
                <a:latin typeface="Arial"/>
                <a:ea typeface="微软雅黑"/>
              </a:rPr>
              <a:t>Unicode </a:t>
            </a:r>
            <a:r>
              <a:rPr sz="1600" b="0" i="0">
                <a:solidFill>
                  <a:srgbClr val="4A463E"/>
                </a:solidFill>
                <a:latin typeface="Segoe UI Emoji"/>
                <a:ea typeface="Segoe UI Emoji"/>
                <a:cs typeface="Segoe UI Emoji"/>
              </a:rPr>
              <a:t>🙂🚀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ellipse"/>
          <p:cNvSpPr/>
          <p:nvPr/>
        </p:nvSpPr>
        <p:spPr>
          <a:xfrm>
            <a:off x="7670800" y="-2341880"/>
            <a:ext cx="6604000" cy="6604000"/>
          </a:xfrm>
          <a:prstGeom prst="ellipse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mbient-ellipse"/>
          <p:cNvSpPr/>
          <p:nvPr/>
        </p:nvSpPr>
        <p:spPr>
          <a:xfrm>
            <a:off x="8496300" y="-1516380"/>
            <a:ext cx="4953000" cy="4953000"/>
          </a:xfrm>
          <a:prstGeom prst="ellipse">
            <a:avLst/>
          </a:prstGeom>
          <a:solidFill>
            <a:srgbClr val="F9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mbient-ellipse"/>
          <p:cNvSpPr/>
          <p:nvPr/>
        </p:nvSpPr>
        <p:spPr>
          <a:xfrm>
            <a:off x="9321800" y="-690880"/>
            <a:ext cx="3302000" cy="3302000"/>
          </a:xfrm>
          <a:prstGeom prst="ellipse">
            <a:avLst/>
          </a:prstGeom>
          <a:solidFill>
            <a:srgbClr val="F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mbient-ellipse"/>
          <p:cNvSpPr/>
          <p:nvPr/>
        </p:nvSpPr>
        <p:spPr>
          <a:xfrm>
            <a:off x="10147300" y="134620"/>
            <a:ext cx="1651000" cy="1651000"/>
          </a:xfrm>
          <a:prstGeom prst="ellipse">
            <a:avLst/>
          </a:prstGeom>
          <a:solidFill>
            <a:srgbClr val="F7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mbient-rect"/>
          <p:cNvSpPr/>
          <p:nvPr/>
        </p:nvSpPr>
        <p:spPr>
          <a:xfrm>
            <a:off x="0" y="0"/>
            <a:ext cx="1706880" cy="50800"/>
          </a:xfrm>
          <a:prstGeom prst="rect">
            <a:avLst/>
          </a:prstGeom>
          <a:solidFill>
            <a:srgbClr val="B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mbient-rect"/>
          <p:cNvSpPr/>
          <p:nvPr/>
        </p:nvSpPr>
        <p:spPr>
          <a:xfrm>
            <a:off x="10871200" y="6591300"/>
            <a:ext cx="1066800" cy="12700"/>
          </a:xfrm>
          <a:prstGeom prst="rect">
            <a:avLst/>
          </a:prstGeom>
          <a:solidFill>
            <a:srgbClr val="E2BA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mbient-rect"/>
          <p:cNvSpPr/>
          <p:nvPr/>
        </p:nvSpPr>
        <p:spPr>
          <a:xfrm>
            <a:off x="11925300" y="5537200"/>
            <a:ext cx="12700" cy="1066800"/>
          </a:xfrm>
          <a:prstGeom prst="rect">
            <a:avLst/>
          </a:prstGeom>
          <a:solidFill>
            <a:srgbClr val="E2BA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057400"/>
            <a:ext cx="6705600" cy="342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50000"/>
              </a:lnSpc>
            </a:pPr>
            <a:r>
              <a:rPr sz="1100" b="1" i="0" spc="160">
                <a:solidFill>
                  <a:srgbClr val="B4432B"/>
                </a:solidFill>
                <a:latin typeface="Arial"/>
                <a:ea typeface="微软雅黑"/>
              </a:rPr>
              <a:t>年度业务复盘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03170"/>
            <a:ext cx="8778240" cy="1714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2000"/>
              </a:lnSpc>
            </a:pPr>
            <a:r>
              <a:rPr sz="5400" b="0" i="0">
                <a:solidFill>
                  <a:srgbClr val="1A1917"/>
                </a:solidFill>
                <a:latin typeface="Georgia"/>
                <a:ea typeface="宋体"/>
              </a:rPr>
              <a:t>验收12 · Slide12 </a:t>
            </a:r>
            <a:r>
              <a:rPr sz="5400" b="0" i="0">
                <a:solidFill>
                  <a:srgbClr val="1A1917"/>
                </a:solidFill>
                <a:latin typeface="Segoe UI Emoji"/>
                <a:ea typeface="Segoe UI Emoji"/>
                <a:cs typeface="Segoe UI Emoji"/>
              </a:rPr>
              <a:t>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32054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45000"/>
              </a:lnSpc>
            </a:pPr>
            <a:r>
              <a:rPr sz="1900" b="1" i="0">
                <a:solidFill>
                  <a:srgbClr val="4A463E"/>
                </a:solidFill>
                <a:latin typeface="Arial"/>
                <a:ea typeface="微软雅黑"/>
              </a:rPr>
              <a:t>从工具集合走向工作流平台的一年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ellipse"/>
          <p:cNvSpPr/>
          <p:nvPr/>
        </p:nvSpPr>
        <p:spPr>
          <a:xfrm>
            <a:off x="7670800" y="-2341880"/>
            <a:ext cx="6604000" cy="6604000"/>
          </a:xfrm>
          <a:prstGeom prst="ellipse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mbient-ellipse"/>
          <p:cNvSpPr/>
          <p:nvPr/>
        </p:nvSpPr>
        <p:spPr>
          <a:xfrm>
            <a:off x="8496300" y="-1516380"/>
            <a:ext cx="4953000" cy="4953000"/>
          </a:xfrm>
          <a:prstGeom prst="ellipse">
            <a:avLst/>
          </a:prstGeom>
          <a:solidFill>
            <a:srgbClr val="F9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mbient-ellipse"/>
          <p:cNvSpPr/>
          <p:nvPr/>
        </p:nvSpPr>
        <p:spPr>
          <a:xfrm>
            <a:off x="9321800" y="-690880"/>
            <a:ext cx="3302000" cy="3302000"/>
          </a:xfrm>
          <a:prstGeom prst="ellipse">
            <a:avLst/>
          </a:prstGeom>
          <a:solidFill>
            <a:srgbClr val="F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mbient-ellipse"/>
          <p:cNvSpPr/>
          <p:nvPr/>
        </p:nvSpPr>
        <p:spPr>
          <a:xfrm>
            <a:off x="10147300" y="134620"/>
            <a:ext cx="1651000" cy="1651000"/>
          </a:xfrm>
          <a:prstGeom prst="ellipse">
            <a:avLst/>
          </a:prstGeom>
          <a:solidFill>
            <a:srgbClr val="F7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mbient-rect"/>
          <p:cNvSpPr/>
          <p:nvPr/>
        </p:nvSpPr>
        <p:spPr>
          <a:xfrm>
            <a:off x="0" y="0"/>
            <a:ext cx="1706880" cy="50800"/>
          </a:xfrm>
          <a:prstGeom prst="rect">
            <a:avLst/>
          </a:prstGeom>
          <a:solidFill>
            <a:srgbClr val="B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1549908"/>
            <a:ext cx="10363200" cy="13030"/>
          </a:xfrm>
          <a:prstGeom prst="rect">
            <a:avLst/>
          </a:prstGeom>
          <a:solidFill>
            <a:srgbClr val="E2DC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711175"/>
            <a:ext cx="10363200" cy="78867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</a:pPr>
            <a:r>
              <a:rPr sz="3400" b="0" i="0">
                <a:solidFill>
                  <a:srgbClr val="1A1917"/>
                </a:solidFill>
                <a:latin typeface="Georgia"/>
                <a:ea typeface="宋体"/>
              </a:rPr>
              <a:t>验收13 · Slide13 </a:t>
            </a:r>
            <a:r>
              <a:rPr sz="3400" b="0" i="0">
                <a:solidFill>
                  <a:srgbClr val="1A1917"/>
                </a:solidFill>
                <a:latin typeface="Segoe UI Emoji"/>
                <a:ea typeface="Segoe UI Emoji"/>
                <a:cs typeface="Segoe UI Emoji"/>
              </a:rPr>
              <a:t>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783080"/>
            <a:ext cx="10363200" cy="4251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228600" indent="-228600">
              <a:lnSpc>
                <a:spcPct val="162000"/>
              </a:lnSpc>
              <a:buClr>
                <a:srgbClr val="B4432B"/>
              </a:buClr>
              <a:buFont typeface="Arial"/>
              <a:buChar char="—"/>
            </a:pPr>
            <a:r>
              <a:rPr sz="1600" b="0" i="0">
                <a:solidFill>
                  <a:srgbClr val="4A463E"/>
                </a:solidFill>
                <a:latin typeface="Arial"/>
                <a:ea typeface="微软雅黑"/>
              </a:rPr>
              <a:t>第13页中文要点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B4432B"/>
              </a:buClr>
              <a:buFont typeface="Arial"/>
              <a:buChar char="—"/>
            </a:pPr>
            <a:r>
              <a:rPr sz="1600" b="0" i="0">
                <a:solidFill>
                  <a:srgbClr val="4A463E"/>
                </a:solidFill>
                <a:latin typeface="Arial"/>
                <a:ea typeface="微软雅黑"/>
              </a:rPr>
              <a:t>Editable bullet 13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B4432B"/>
              </a:buClr>
              <a:buFont typeface="Arial"/>
              <a:buChar char="—"/>
            </a:pPr>
            <a:r>
              <a:rPr sz="1600" b="0" i="0">
                <a:solidFill>
                  <a:srgbClr val="4A463E"/>
                </a:solidFill>
                <a:latin typeface="Arial"/>
                <a:ea typeface="微软雅黑"/>
              </a:rPr>
              <a:t>Unicode </a:t>
            </a:r>
            <a:r>
              <a:rPr sz="1600" b="0" i="0">
                <a:solidFill>
                  <a:srgbClr val="4A463E"/>
                </a:solidFill>
                <a:latin typeface="Segoe UI Emoji"/>
                <a:ea typeface="Segoe UI Emoji"/>
                <a:cs typeface="Segoe UI Emoji"/>
              </a:rPr>
              <a:t>🙂🚀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ellipse"/>
          <p:cNvSpPr/>
          <p:nvPr/>
        </p:nvSpPr>
        <p:spPr>
          <a:xfrm>
            <a:off x="7670800" y="-2341880"/>
            <a:ext cx="6604000" cy="6604000"/>
          </a:xfrm>
          <a:prstGeom prst="ellipse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mbient-ellipse"/>
          <p:cNvSpPr/>
          <p:nvPr/>
        </p:nvSpPr>
        <p:spPr>
          <a:xfrm>
            <a:off x="8496300" y="-1516380"/>
            <a:ext cx="4953000" cy="4953000"/>
          </a:xfrm>
          <a:prstGeom prst="ellipse">
            <a:avLst/>
          </a:prstGeom>
          <a:solidFill>
            <a:srgbClr val="F9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mbient-ellipse"/>
          <p:cNvSpPr/>
          <p:nvPr/>
        </p:nvSpPr>
        <p:spPr>
          <a:xfrm>
            <a:off x="9321800" y="-690880"/>
            <a:ext cx="3302000" cy="3302000"/>
          </a:xfrm>
          <a:prstGeom prst="ellipse">
            <a:avLst/>
          </a:prstGeom>
          <a:solidFill>
            <a:srgbClr val="F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mbient-ellipse"/>
          <p:cNvSpPr/>
          <p:nvPr/>
        </p:nvSpPr>
        <p:spPr>
          <a:xfrm>
            <a:off x="10147300" y="134620"/>
            <a:ext cx="1651000" cy="1651000"/>
          </a:xfrm>
          <a:prstGeom prst="ellipse">
            <a:avLst/>
          </a:prstGeom>
          <a:solidFill>
            <a:srgbClr val="F7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mbient-rect"/>
          <p:cNvSpPr/>
          <p:nvPr/>
        </p:nvSpPr>
        <p:spPr>
          <a:xfrm>
            <a:off x="0" y="0"/>
            <a:ext cx="1706880" cy="50800"/>
          </a:xfrm>
          <a:prstGeom prst="rect">
            <a:avLst/>
          </a:prstGeom>
          <a:solidFill>
            <a:srgbClr val="B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mbient-rect"/>
          <p:cNvSpPr/>
          <p:nvPr/>
        </p:nvSpPr>
        <p:spPr>
          <a:xfrm>
            <a:off x="10871200" y="6591300"/>
            <a:ext cx="1066800" cy="12700"/>
          </a:xfrm>
          <a:prstGeom prst="rect">
            <a:avLst/>
          </a:prstGeom>
          <a:solidFill>
            <a:srgbClr val="E2BA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mbient-rect"/>
          <p:cNvSpPr/>
          <p:nvPr/>
        </p:nvSpPr>
        <p:spPr>
          <a:xfrm>
            <a:off x="11925300" y="5537200"/>
            <a:ext cx="12700" cy="1066800"/>
          </a:xfrm>
          <a:prstGeom prst="rect">
            <a:avLst/>
          </a:prstGeom>
          <a:solidFill>
            <a:srgbClr val="E2BA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2503170"/>
            <a:ext cx="3657600" cy="342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50000"/>
              </a:lnSpc>
            </a:pPr>
            <a:r>
              <a:rPr sz="1100" b="1" i="0" spc="160">
                <a:solidFill>
                  <a:srgbClr val="B4432B"/>
                </a:solidFill>
                <a:latin typeface="Arial"/>
                <a:ea typeface="微软雅黑"/>
              </a:rPr>
              <a:t>第一部分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914650"/>
            <a:ext cx="8778240" cy="1714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2000"/>
              </a:lnSpc>
            </a:pPr>
            <a:r>
              <a:rPr sz="5400" b="0" i="0">
                <a:solidFill>
                  <a:srgbClr val="1A1917"/>
                </a:solidFill>
                <a:latin typeface="Georgia"/>
                <a:ea typeface="宋体"/>
              </a:rPr>
              <a:t>验收14 · Slide14 </a:t>
            </a:r>
            <a:r>
              <a:rPr sz="5400" b="0" i="0">
                <a:solidFill>
                  <a:srgbClr val="1A1917"/>
                </a:solidFill>
                <a:latin typeface="Segoe UI Emoji"/>
                <a:ea typeface="Segoe UI Emoji"/>
                <a:cs typeface="Segoe UI Emoji"/>
              </a:rPr>
              <a:t>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4800600"/>
            <a:ext cx="731520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65000"/>
              </a:lnSpc>
            </a:pPr>
            <a:r>
              <a:rPr sz="1500" b="0" i="0">
                <a:solidFill>
                  <a:srgbClr val="4A463E"/>
                </a:solidFill>
                <a:latin typeface="Arial"/>
                <a:ea typeface="微软雅黑"/>
              </a:rPr>
              <a:t>数据口径为财年内已确认收入，不含代理商未结算部分。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ellipse"/>
          <p:cNvSpPr/>
          <p:nvPr/>
        </p:nvSpPr>
        <p:spPr>
          <a:xfrm>
            <a:off x="7670800" y="-2341880"/>
            <a:ext cx="6604000" cy="6604000"/>
          </a:xfrm>
          <a:prstGeom prst="ellipse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mbient-ellipse"/>
          <p:cNvSpPr/>
          <p:nvPr/>
        </p:nvSpPr>
        <p:spPr>
          <a:xfrm>
            <a:off x="8496300" y="-1516380"/>
            <a:ext cx="4953000" cy="4953000"/>
          </a:xfrm>
          <a:prstGeom prst="ellipse">
            <a:avLst/>
          </a:prstGeom>
          <a:solidFill>
            <a:srgbClr val="F9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mbient-ellipse"/>
          <p:cNvSpPr/>
          <p:nvPr/>
        </p:nvSpPr>
        <p:spPr>
          <a:xfrm>
            <a:off x="9321800" y="-690880"/>
            <a:ext cx="3302000" cy="3302000"/>
          </a:xfrm>
          <a:prstGeom prst="ellipse">
            <a:avLst/>
          </a:prstGeom>
          <a:solidFill>
            <a:srgbClr val="F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mbient-ellipse"/>
          <p:cNvSpPr/>
          <p:nvPr/>
        </p:nvSpPr>
        <p:spPr>
          <a:xfrm>
            <a:off x="10147300" y="134620"/>
            <a:ext cx="1651000" cy="1651000"/>
          </a:xfrm>
          <a:prstGeom prst="ellipse">
            <a:avLst/>
          </a:prstGeom>
          <a:solidFill>
            <a:srgbClr val="F7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mbient-rect"/>
          <p:cNvSpPr/>
          <p:nvPr/>
        </p:nvSpPr>
        <p:spPr>
          <a:xfrm>
            <a:off x="0" y="0"/>
            <a:ext cx="1706880" cy="50800"/>
          </a:xfrm>
          <a:prstGeom prst="rect">
            <a:avLst/>
          </a:prstGeom>
          <a:solidFill>
            <a:srgbClr val="B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mbient-text"/>
          <p:cNvSpPr txBox="1"/>
          <p:nvPr/>
        </p:nvSpPr>
        <p:spPr>
          <a:xfrm>
            <a:off x="9144000" y="5486400"/>
            <a:ext cx="2926080" cy="13030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0800" b="0">
                <a:solidFill>
                  <a:srgbClr val="E9E4DA"/>
                </a:solidFill>
                <a:latin typeface="Georgia"/>
                <a:ea typeface="宋体"/>
              </a:rPr>
              <a:t>15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1584198"/>
            <a:ext cx="10363200" cy="13030"/>
          </a:xfrm>
          <a:prstGeom prst="rect">
            <a:avLst/>
          </a:prstGeom>
          <a:solidFill>
            <a:srgbClr val="E2DC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2880360"/>
            <a:ext cx="3169920" cy="34290"/>
          </a:xfrm>
          <a:prstGeom prst="rect">
            <a:avLst/>
          </a:prstGeom>
          <a:solidFill>
            <a:srgbClr val="B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11040" y="2880360"/>
            <a:ext cx="3169920" cy="34290"/>
          </a:xfrm>
          <a:prstGeom prst="rect">
            <a:avLst/>
          </a:prstGeom>
          <a:solidFill>
            <a:srgbClr val="B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07680" y="2880360"/>
            <a:ext cx="3169920" cy="34290"/>
          </a:xfrm>
          <a:prstGeom prst="rect">
            <a:avLst/>
          </a:prstGeom>
          <a:solidFill>
            <a:srgbClr val="B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711175"/>
            <a:ext cx="10363200" cy="78867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</a:pPr>
            <a:r>
              <a:rPr sz="3400" b="0" i="0">
                <a:solidFill>
                  <a:srgbClr val="1A1917"/>
                </a:solidFill>
                <a:latin typeface="Georgia"/>
                <a:ea typeface="宋体"/>
              </a:rPr>
              <a:t>验收15 · Slide15 </a:t>
            </a:r>
            <a:r>
              <a:rPr sz="3400" b="0" i="0">
                <a:solidFill>
                  <a:srgbClr val="1A1917"/>
                </a:solidFill>
                <a:latin typeface="Segoe UI Emoji"/>
                <a:ea typeface="Segoe UI Emoji"/>
                <a:cs typeface="Segoe UI Emoji"/>
              </a:rPr>
              <a:t>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2200" y="3263900"/>
            <a:ext cx="2814320" cy="1701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0000"/>
              </a:lnSpc>
            </a:pPr>
            <a:r>
              <a:rPr sz="4600" b="0" i="0">
                <a:solidFill>
                  <a:srgbClr val="B4432B"/>
                </a:solidFill>
                <a:latin typeface="Georgia"/>
                <a:ea typeface="宋体"/>
              </a:rPr>
              <a:t>15.2</a:t>
            </a:r>
          </a:p>
          <a:p>
            <a:pPr>
              <a:lnSpc>
                <a:spcPct val="140000"/>
              </a:lnSpc>
              <a:spcBef>
                <a:spcPts val="600"/>
              </a:spcBef>
            </a:pPr>
            <a:r>
              <a:rPr sz="1400" b="1" i="0">
                <a:solidFill>
                  <a:srgbClr val="1A1917"/>
                </a:solidFill>
                <a:latin typeface="Arial"/>
                <a:ea typeface="微软雅黑"/>
              </a:rPr>
              <a:t>指标2 Metric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sz="1200" b="0" i="0">
                <a:solidFill>
                  <a:srgbClr val="8A8478"/>
                </a:solidFill>
                <a:latin typeface="Arial"/>
                <a:ea typeface="微软雅黑"/>
              </a:rPr>
              <a:t>核对15-2 </a:t>
            </a:r>
            <a:r>
              <a:rPr sz="1200" b="0" i="0">
                <a:solidFill>
                  <a:srgbClr val="8A8478"/>
                </a:solidFill>
                <a:latin typeface="Segoe UI Emoji"/>
                <a:ea typeface="Segoe UI Emoji"/>
                <a:cs typeface="Segoe UI Emoji"/>
              </a:rPr>
              <a:t>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88840" y="3263900"/>
            <a:ext cx="2814320" cy="1701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0000"/>
              </a:lnSpc>
            </a:pPr>
            <a:r>
              <a:rPr sz="4600" b="0" i="0">
                <a:solidFill>
                  <a:srgbClr val="B4432B"/>
                </a:solidFill>
                <a:latin typeface="Georgia"/>
                <a:ea typeface="宋体"/>
              </a:rPr>
              <a:t>15.3</a:t>
            </a:r>
          </a:p>
          <a:p>
            <a:pPr>
              <a:lnSpc>
                <a:spcPct val="140000"/>
              </a:lnSpc>
              <a:spcBef>
                <a:spcPts val="600"/>
              </a:spcBef>
            </a:pPr>
            <a:r>
              <a:rPr sz="1400" b="1" i="0">
                <a:solidFill>
                  <a:srgbClr val="1A1917"/>
                </a:solidFill>
                <a:latin typeface="Arial"/>
                <a:ea typeface="微软雅黑"/>
              </a:rPr>
              <a:t>指标3 Metric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sz="1200" b="0" i="0">
                <a:solidFill>
                  <a:srgbClr val="8A8478"/>
                </a:solidFill>
                <a:latin typeface="Arial"/>
                <a:ea typeface="微软雅黑"/>
              </a:rPr>
              <a:t>核对15-3 </a:t>
            </a:r>
            <a:r>
              <a:rPr sz="1200" b="0" i="0">
                <a:solidFill>
                  <a:srgbClr val="8A8478"/>
                </a:solidFill>
                <a:latin typeface="Segoe UI Emoji"/>
                <a:ea typeface="Segoe UI Emoji"/>
                <a:cs typeface="Segoe UI Emoji"/>
              </a:rPr>
              <a:t>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5480" y="3263900"/>
            <a:ext cx="2814320" cy="1701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0000"/>
              </a:lnSpc>
            </a:pPr>
            <a:r>
              <a:rPr sz="4600" b="0" i="0">
                <a:solidFill>
                  <a:srgbClr val="B4432B"/>
                </a:solidFill>
                <a:latin typeface="Georgia"/>
                <a:ea typeface="宋体"/>
              </a:rPr>
              <a:t>15.4</a:t>
            </a:r>
          </a:p>
          <a:p>
            <a:pPr>
              <a:lnSpc>
                <a:spcPct val="140000"/>
              </a:lnSpc>
              <a:spcBef>
                <a:spcPts val="600"/>
              </a:spcBef>
            </a:pPr>
            <a:r>
              <a:rPr sz="1400" b="1" i="0">
                <a:solidFill>
                  <a:srgbClr val="1A1917"/>
                </a:solidFill>
                <a:latin typeface="Arial"/>
                <a:ea typeface="微软雅黑"/>
              </a:rPr>
              <a:t>指标4 Metric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sz="1200" b="0" i="0">
                <a:solidFill>
                  <a:srgbClr val="8A8478"/>
                </a:solidFill>
                <a:latin typeface="Arial"/>
                <a:ea typeface="微软雅黑"/>
              </a:rPr>
              <a:t>核对15-4 </a:t>
            </a:r>
            <a:r>
              <a:rPr sz="1200" b="0" i="0">
                <a:solidFill>
                  <a:srgbClr val="8A8478"/>
                </a:solidFill>
                <a:latin typeface="Segoe UI Emoji"/>
                <a:ea typeface="Segoe UI Emoji"/>
                <a:cs typeface="Segoe UI Emoji"/>
              </a:rPr>
              <a:t>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ellipse"/>
          <p:cNvSpPr/>
          <p:nvPr/>
        </p:nvSpPr>
        <p:spPr>
          <a:xfrm>
            <a:off x="7670800" y="-2341880"/>
            <a:ext cx="6604000" cy="6604000"/>
          </a:xfrm>
          <a:prstGeom prst="ellipse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mbient-ellipse"/>
          <p:cNvSpPr/>
          <p:nvPr/>
        </p:nvSpPr>
        <p:spPr>
          <a:xfrm>
            <a:off x="8496300" y="-1516380"/>
            <a:ext cx="4953000" cy="4953000"/>
          </a:xfrm>
          <a:prstGeom prst="ellipse">
            <a:avLst/>
          </a:prstGeom>
          <a:solidFill>
            <a:srgbClr val="F9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mbient-ellipse"/>
          <p:cNvSpPr/>
          <p:nvPr/>
        </p:nvSpPr>
        <p:spPr>
          <a:xfrm>
            <a:off x="9321800" y="-690880"/>
            <a:ext cx="3302000" cy="3302000"/>
          </a:xfrm>
          <a:prstGeom prst="ellipse">
            <a:avLst/>
          </a:prstGeom>
          <a:solidFill>
            <a:srgbClr val="F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mbient-ellipse"/>
          <p:cNvSpPr/>
          <p:nvPr/>
        </p:nvSpPr>
        <p:spPr>
          <a:xfrm>
            <a:off x="10147300" y="134620"/>
            <a:ext cx="1651000" cy="1651000"/>
          </a:xfrm>
          <a:prstGeom prst="ellipse">
            <a:avLst/>
          </a:prstGeom>
          <a:solidFill>
            <a:srgbClr val="F7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mbient-rect"/>
          <p:cNvSpPr/>
          <p:nvPr/>
        </p:nvSpPr>
        <p:spPr>
          <a:xfrm>
            <a:off x="0" y="0"/>
            <a:ext cx="1706880" cy="50800"/>
          </a:xfrm>
          <a:prstGeom prst="rect">
            <a:avLst/>
          </a:prstGeom>
          <a:solidFill>
            <a:srgbClr val="B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711175"/>
            <a:ext cx="10363200" cy="78867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</a:pPr>
            <a:r>
              <a:rPr sz="3400" b="0" i="0">
                <a:solidFill>
                  <a:srgbClr val="1A1917"/>
                </a:solidFill>
                <a:latin typeface="Georgia"/>
                <a:ea typeface="宋体"/>
              </a:rPr>
              <a:t>验收16 · Slide16 </a:t>
            </a:r>
            <a:r>
              <a:rPr sz="3400" b="0" i="0">
                <a:solidFill>
                  <a:srgbClr val="1A1917"/>
                </a:solidFill>
                <a:latin typeface="Segoe UI Emoji"/>
                <a:ea typeface="Segoe UI Emoji"/>
                <a:cs typeface="Segoe UI Emoji"/>
              </a:rPr>
              <a:t>🙂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914400" y="1865376"/>
          <a:ext cx="7315200" cy="420395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595360" y="1865376"/>
            <a:ext cx="2682240" cy="3771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65000"/>
              </a:lnSpc>
            </a:pPr>
            <a:r>
              <a:rPr sz="1500" b="0" i="0">
                <a:solidFill>
                  <a:srgbClr val="4A463E"/>
                </a:solidFill>
                <a:latin typeface="Arial"/>
                <a:ea typeface="微软雅黑"/>
              </a:rPr>
              <a:t>订阅收入连续四个季度环比增长，服务收入基本持平。Q4 的跃升主要来自两家大型制造业客户的集中签约。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ellipse"/>
          <p:cNvSpPr/>
          <p:nvPr/>
        </p:nvSpPr>
        <p:spPr>
          <a:xfrm>
            <a:off x="7670800" y="-2341880"/>
            <a:ext cx="6604000" cy="6604000"/>
          </a:xfrm>
          <a:prstGeom prst="ellipse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mbient-ellipse"/>
          <p:cNvSpPr/>
          <p:nvPr/>
        </p:nvSpPr>
        <p:spPr>
          <a:xfrm>
            <a:off x="8496300" y="-1516380"/>
            <a:ext cx="4953000" cy="4953000"/>
          </a:xfrm>
          <a:prstGeom prst="ellipse">
            <a:avLst/>
          </a:prstGeom>
          <a:solidFill>
            <a:srgbClr val="F9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mbient-ellipse"/>
          <p:cNvSpPr/>
          <p:nvPr/>
        </p:nvSpPr>
        <p:spPr>
          <a:xfrm>
            <a:off x="9321800" y="-690880"/>
            <a:ext cx="3302000" cy="3302000"/>
          </a:xfrm>
          <a:prstGeom prst="ellipse">
            <a:avLst/>
          </a:prstGeom>
          <a:solidFill>
            <a:srgbClr val="F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mbient-ellipse"/>
          <p:cNvSpPr/>
          <p:nvPr/>
        </p:nvSpPr>
        <p:spPr>
          <a:xfrm>
            <a:off x="10147300" y="134620"/>
            <a:ext cx="1651000" cy="1651000"/>
          </a:xfrm>
          <a:prstGeom prst="ellipse">
            <a:avLst/>
          </a:prstGeom>
          <a:solidFill>
            <a:srgbClr val="F7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mbient-rect"/>
          <p:cNvSpPr/>
          <p:nvPr/>
        </p:nvSpPr>
        <p:spPr>
          <a:xfrm>
            <a:off x="0" y="0"/>
            <a:ext cx="1706880" cy="50800"/>
          </a:xfrm>
          <a:prstGeom prst="rect">
            <a:avLst/>
          </a:prstGeom>
          <a:solidFill>
            <a:srgbClr val="B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60400" y="2271143"/>
            <a:ext cx="10871200" cy="3159185"/>
          </a:xfrm>
          <a:prstGeom prst="roundRect">
            <a:avLst>
              <a:gd name="adj" fmla="val 321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0400" y="533400"/>
            <a:ext cx="10871200" cy="49362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50000"/>
              </a:lnSpc>
            </a:pPr>
            <a:r>
              <a:rPr sz="1100" b="1" i="0" spc="160">
                <a:solidFill>
                  <a:srgbClr val="B4432B"/>
                </a:solidFill>
                <a:latin typeface="Arial"/>
                <a:ea typeface="微软雅黑"/>
              </a:rPr>
              <a:t>策略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400" y="1204823"/>
            <a:ext cx="10871200" cy="88852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</a:pPr>
            <a:r>
              <a:rPr sz="3400" b="0" i="0">
                <a:solidFill>
                  <a:srgbClr val="1A1917"/>
                </a:solidFill>
                <a:latin typeface="Georgia"/>
                <a:ea typeface="宋体"/>
              </a:rPr>
              <a:t>验收17 · Slide17 </a:t>
            </a:r>
            <a:r>
              <a:rPr sz="3400" b="0" i="0">
                <a:solidFill>
                  <a:srgbClr val="1A1917"/>
                </a:solidFill>
                <a:latin typeface="Segoe UI Emoji"/>
                <a:ea typeface="Segoe UI Emoji"/>
                <a:cs typeface="Segoe UI Emoji"/>
              </a:rPr>
              <a:t>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2800" y="2423543"/>
            <a:ext cx="5181600" cy="2854385"/>
          </a:xfrm>
          <a:prstGeom prst="roundRect">
            <a:avLst>
              <a:gd name="adj" fmla="val 355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200" y="2575943"/>
            <a:ext cx="4876800" cy="254958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45000"/>
              </a:lnSpc>
            </a:pPr>
            <a:r>
              <a:rPr sz="1900" b="1" i="0">
                <a:solidFill>
                  <a:srgbClr val="4A463E"/>
                </a:solidFill>
                <a:latin typeface="Segoe UI Emoji"/>
                <a:ea typeface="Segoe UI Emoji"/>
                <a:cs typeface="Segoe UI Emoji"/>
              </a:rPr>
              <a:t>🙂</a:t>
            </a:r>
            <a:r>
              <a:rPr sz="1900" b="1" i="0">
                <a:solidFill>
                  <a:srgbClr val="4A463E"/>
                </a:solidFill>
                <a:latin typeface="Arial"/>
                <a:ea typeface="微软雅黑"/>
              </a:rPr>
              <a:t> 卡片17A</a:t>
            </a:r>
          </a:p>
          <a:p>
            <a:pPr>
              <a:lnSpc>
                <a:spcPct val="165000"/>
              </a:lnSpc>
              <a:spcBef>
                <a:spcPts val="600"/>
              </a:spcBef>
            </a:pPr>
            <a:r>
              <a:rPr sz="1500" b="0" i="0">
                <a:solidFill>
                  <a:srgbClr val="4A463E"/>
                </a:solidFill>
                <a:latin typeface="Arial"/>
                <a:ea typeface="微软雅黑"/>
              </a:rPr>
              <a:t>中文正文 Edit 17A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7600" y="2423543"/>
            <a:ext cx="5181600" cy="2854385"/>
          </a:xfrm>
          <a:prstGeom prst="roundRect">
            <a:avLst>
              <a:gd name="adj" fmla="val 355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0" y="2575943"/>
            <a:ext cx="4876800" cy="254958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45000"/>
              </a:lnSpc>
            </a:pPr>
            <a:r>
              <a:rPr sz="1900" b="1" i="0">
                <a:solidFill>
                  <a:srgbClr val="4A463E"/>
                </a:solidFill>
                <a:latin typeface="Segoe UI Emoji"/>
                <a:ea typeface="Segoe UI Emoji"/>
                <a:cs typeface="Segoe UI Emoji"/>
              </a:rPr>
              <a:t>🚀</a:t>
            </a:r>
            <a:r>
              <a:rPr sz="1900" b="1" i="0">
                <a:solidFill>
                  <a:srgbClr val="4A463E"/>
                </a:solidFill>
                <a:latin typeface="Arial"/>
                <a:ea typeface="微软雅黑"/>
              </a:rPr>
              <a:t> 卡片17B</a:t>
            </a:r>
          </a:p>
          <a:p>
            <a:pPr>
              <a:lnSpc>
                <a:spcPct val="165000"/>
              </a:lnSpc>
              <a:spcBef>
                <a:spcPts val="600"/>
              </a:spcBef>
            </a:pPr>
            <a:r>
              <a:rPr sz="1500" b="0" i="0">
                <a:solidFill>
                  <a:srgbClr val="4A463E"/>
                </a:solidFill>
                <a:latin typeface="Arial"/>
                <a:ea typeface="微软雅黑"/>
              </a:rPr>
              <a:t>English body 17B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0400" y="5608128"/>
            <a:ext cx="10871200" cy="691072"/>
          </a:xfrm>
          <a:prstGeom prst="roundRect">
            <a:avLst>
              <a:gd name="adj" fmla="val 14701"/>
            </a:avLst>
          </a:prstGeom>
          <a:solidFill>
            <a:srgbClr val="FCFC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2800" y="5722428"/>
            <a:ext cx="10566400" cy="462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50000"/>
              </a:lnSpc>
            </a:pPr>
            <a:r>
              <a:rPr sz="1100" b="1" i="0" spc="160">
                <a:solidFill>
                  <a:srgbClr val="B4432B"/>
                </a:solidFill>
                <a:latin typeface="Segoe UI Emoji"/>
                <a:ea typeface="Segoe UI Emoji"/>
                <a:cs typeface="Segoe UI Emoji"/>
              </a:rPr>
              <a:t>🙂</a:t>
            </a:r>
            <a:r>
              <a:rPr sz="1100" b="1" i="0" spc="160">
                <a:solidFill>
                  <a:srgbClr val="B4432B"/>
                </a:solidFill>
                <a:latin typeface="Arial"/>
                <a:ea typeface="微软雅黑"/>
              </a:rPr>
              <a:t> 核对注17：Editable callout </a:t>
            </a:r>
            <a:r>
              <a:rPr sz="1100" b="1" i="0" spc="160">
                <a:solidFill>
                  <a:srgbClr val="B4432B"/>
                </a:solidFill>
                <a:latin typeface="Segoe UI Emoji"/>
                <a:ea typeface="Segoe UI Emoji"/>
                <a:cs typeface="Segoe UI Emoji"/>
              </a:rPr>
              <a:t>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ellipse"/>
          <p:cNvSpPr/>
          <p:nvPr/>
        </p:nvSpPr>
        <p:spPr>
          <a:xfrm>
            <a:off x="7670800" y="-2341880"/>
            <a:ext cx="6604000" cy="6604000"/>
          </a:xfrm>
          <a:prstGeom prst="ellipse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mbient-ellipse"/>
          <p:cNvSpPr/>
          <p:nvPr/>
        </p:nvSpPr>
        <p:spPr>
          <a:xfrm>
            <a:off x="8496300" y="-1516380"/>
            <a:ext cx="4953000" cy="4953000"/>
          </a:xfrm>
          <a:prstGeom prst="ellipse">
            <a:avLst/>
          </a:prstGeom>
          <a:solidFill>
            <a:srgbClr val="F9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mbient-ellipse"/>
          <p:cNvSpPr/>
          <p:nvPr/>
        </p:nvSpPr>
        <p:spPr>
          <a:xfrm>
            <a:off x="9321800" y="-690880"/>
            <a:ext cx="3302000" cy="3302000"/>
          </a:xfrm>
          <a:prstGeom prst="ellipse">
            <a:avLst/>
          </a:prstGeom>
          <a:solidFill>
            <a:srgbClr val="F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mbient-ellipse"/>
          <p:cNvSpPr/>
          <p:nvPr/>
        </p:nvSpPr>
        <p:spPr>
          <a:xfrm>
            <a:off x="10147300" y="134620"/>
            <a:ext cx="1651000" cy="1651000"/>
          </a:xfrm>
          <a:prstGeom prst="ellipse">
            <a:avLst/>
          </a:prstGeom>
          <a:solidFill>
            <a:srgbClr val="F7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mbient-rect"/>
          <p:cNvSpPr/>
          <p:nvPr/>
        </p:nvSpPr>
        <p:spPr>
          <a:xfrm>
            <a:off x="6092825" y="0"/>
            <a:ext cx="6350" cy="6858000"/>
          </a:xfrm>
          <a:prstGeom prst="rect">
            <a:avLst/>
          </a:prstGeom>
          <a:solidFill>
            <a:srgbClr val="E9E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mbient-rect"/>
          <p:cNvSpPr/>
          <p:nvPr/>
        </p:nvSpPr>
        <p:spPr>
          <a:xfrm>
            <a:off x="0" y="0"/>
            <a:ext cx="1706880" cy="50800"/>
          </a:xfrm>
          <a:prstGeom prst="rect">
            <a:avLst/>
          </a:prstGeom>
          <a:solidFill>
            <a:srgbClr val="B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711175"/>
            <a:ext cx="5120640" cy="11658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</a:pPr>
            <a:r>
              <a:rPr sz="3400" b="0" i="0">
                <a:solidFill>
                  <a:srgbClr val="1A1917"/>
                </a:solidFill>
                <a:latin typeface="Georgia"/>
                <a:ea typeface="宋体"/>
              </a:rPr>
              <a:t>验收18 · Slide18 </a:t>
            </a:r>
            <a:r>
              <a:rPr sz="3400" b="0" i="0">
                <a:solidFill>
                  <a:srgbClr val="1A1917"/>
                </a:solidFill>
                <a:latin typeface="Segoe UI Emoji"/>
                <a:ea typeface="Segoe UI Emoji"/>
                <a:cs typeface="Segoe UI Emoji"/>
              </a:rPr>
              <a:t>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57400"/>
            <a:ext cx="5120640" cy="401193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228600" indent="-228600">
              <a:lnSpc>
                <a:spcPct val="162000"/>
              </a:lnSpc>
              <a:buClr>
                <a:srgbClr val="B4432B"/>
              </a:buClr>
              <a:buFont typeface="Arial"/>
              <a:buChar char="—"/>
            </a:pPr>
            <a:r>
              <a:rPr sz="1600" b="0" i="0">
                <a:solidFill>
                  <a:srgbClr val="4A463E"/>
                </a:solidFill>
                <a:latin typeface="Arial"/>
                <a:ea typeface="微软雅黑"/>
              </a:rPr>
              <a:t>第18页中文要点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B4432B"/>
              </a:buClr>
              <a:buFont typeface="Arial"/>
              <a:buChar char="—"/>
            </a:pPr>
            <a:r>
              <a:rPr sz="1600" b="0" i="0">
                <a:solidFill>
                  <a:srgbClr val="4A463E"/>
                </a:solidFill>
                <a:latin typeface="Arial"/>
                <a:ea typeface="微软雅黑"/>
              </a:rPr>
              <a:t>Editable bullet 18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B4432B"/>
              </a:buClr>
              <a:buFont typeface="Arial"/>
              <a:buChar char="—"/>
            </a:pPr>
            <a:r>
              <a:rPr sz="1600" b="0" i="0">
                <a:solidFill>
                  <a:srgbClr val="4A463E"/>
                </a:solidFill>
                <a:latin typeface="Arial"/>
                <a:ea typeface="微软雅黑"/>
              </a:rPr>
              <a:t>Unicode </a:t>
            </a:r>
            <a:r>
              <a:rPr sz="1600" b="0" i="0">
                <a:solidFill>
                  <a:srgbClr val="4A463E"/>
                </a:solidFill>
                <a:latin typeface="Segoe UI Emoji"/>
                <a:ea typeface="Segoe UI Emoji"/>
                <a:cs typeface="Segoe UI Emoji"/>
              </a:rPr>
              <a:t>🙂🚀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44640" y="711175"/>
            <a:ext cx="4632960" cy="5435651"/>
          </a:xfrm>
          <a:prstGeom prst="rect">
            <a:avLst/>
          </a:prstGeom>
          <a:solidFill>
            <a:srgbClr val="F0E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3142" y="928601"/>
            <a:ext cx="2594458" cy="1848121"/>
          </a:xfrm>
          <a:prstGeom prst="ellipse">
            <a:avLst/>
          </a:prstGeom>
          <a:solidFill>
            <a:srgbClr val="E3C1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239098" y="1254740"/>
            <a:ext cx="1667866" cy="1087130"/>
          </a:xfrm>
          <a:prstGeom prst="ellipse">
            <a:avLst/>
          </a:prstGeom>
          <a:solidFill>
            <a:srgbClr val="DDB0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6644640" y="2885435"/>
            <a:ext cx="4632960" cy="3261390"/>
          </a:xfrm>
          <a:custGeom>
            <a:avLst/>
            <a:gdLst/>
            <a:ahLst/>
            <a:cxnLst/>
            <a:rect l="l" t="t" r="r" b="b"/>
            <a:pathLst>
              <a:path w="4632960" h="3261390">
                <a:moveTo>
                  <a:pt x="0" y="2065547"/>
                </a:moveTo>
                <a:lnTo>
                  <a:pt x="1575206" y="652278"/>
                </a:lnTo>
                <a:lnTo>
                  <a:pt x="2687117" y="1630695"/>
                </a:lnTo>
                <a:lnTo>
                  <a:pt x="4632960" y="0"/>
                </a:lnTo>
                <a:lnTo>
                  <a:pt x="4632960" y="3261390"/>
                </a:lnTo>
                <a:lnTo>
                  <a:pt x="0" y="3261390"/>
                </a:lnTo>
                <a:close/>
              </a:path>
            </a:pathLst>
          </a:custGeom>
          <a:solidFill>
            <a:srgbClr val="E6CA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15277" y="5385834"/>
            <a:ext cx="833933" cy="65228"/>
          </a:xfrm>
          <a:prstGeom prst="rect">
            <a:avLst/>
          </a:prstGeom>
          <a:solidFill>
            <a:srgbClr val="B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ellipse"/>
          <p:cNvSpPr/>
          <p:nvPr/>
        </p:nvSpPr>
        <p:spPr>
          <a:xfrm>
            <a:off x="7670800" y="-2341880"/>
            <a:ext cx="6604000" cy="6604000"/>
          </a:xfrm>
          <a:prstGeom prst="ellipse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mbient-ellipse"/>
          <p:cNvSpPr/>
          <p:nvPr/>
        </p:nvSpPr>
        <p:spPr>
          <a:xfrm>
            <a:off x="8496300" y="-1516380"/>
            <a:ext cx="4953000" cy="4953000"/>
          </a:xfrm>
          <a:prstGeom prst="ellipse">
            <a:avLst/>
          </a:prstGeom>
          <a:solidFill>
            <a:srgbClr val="F9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mbient-ellipse"/>
          <p:cNvSpPr/>
          <p:nvPr/>
        </p:nvSpPr>
        <p:spPr>
          <a:xfrm>
            <a:off x="9321800" y="-690880"/>
            <a:ext cx="3302000" cy="3302000"/>
          </a:xfrm>
          <a:prstGeom prst="ellipse">
            <a:avLst/>
          </a:prstGeom>
          <a:solidFill>
            <a:srgbClr val="F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mbient-ellipse"/>
          <p:cNvSpPr/>
          <p:nvPr/>
        </p:nvSpPr>
        <p:spPr>
          <a:xfrm>
            <a:off x="10147300" y="134620"/>
            <a:ext cx="1651000" cy="1651000"/>
          </a:xfrm>
          <a:prstGeom prst="ellipse">
            <a:avLst/>
          </a:prstGeom>
          <a:solidFill>
            <a:srgbClr val="F7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mbient-rect"/>
          <p:cNvSpPr/>
          <p:nvPr/>
        </p:nvSpPr>
        <p:spPr>
          <a:xfrm>
            <a:off x="6092825" y="0"/>
            <a:ext cx="6350" cy="6858000"/>
          </a:xfrm>
          <a:prstGeom prst="rect">
            <a:avLst/>
          </a:prstGeom>
          <a:solidFill>
            <a:srgbClr val="E9E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mbient-rect"/>
          <p:cNvSpPr/>
          <p:nvPr/>
        </p:nvSpPr>
        <p:spPr>
          <a:xfrm>
            <a:off x="0" y="0"/>
            <a:ext cx="1706880" cy="50800"/>
          </a:xfrm>
          <a:prstGeom prst="rect">
            <a:avLst/>
          </a:prstGeom>
          <a:solidFill>
            <a:srgbClr val="B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711175"/>
            <a:ext cx="4632960" cy="5435651"/>
          </a:xfrm>
          <a:prstGeom prst="rect">
            <a:avLst/>
          </a:prstGeom>
          <a:solidFill>
            <a:srgbClr val="F0E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952902" y="928601"/>
            <a:ext cx="2594458" cy="1848121"/>
          </a:xfrm>
          <a:prstGeom prst="ellipse">
            <a:avLst/>
          </a:prstGeom>
          <a:solidFill>
            <a:srgbClr val="E3C1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508858" y="1254740"/>
            <a:ext cx="1667866" cy="1087130"/>
          </a:xfrm>
          <a:prstGeom prst="ellipse">
            <a:avLst/>
          </a:prstGeom>
          <a:solidFill>
            <a:srgbClr val="DDB0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914400" y="2885435"/>
            <a:ext cx="4632960" cy="3261390"/>
          </a:xfrm>
          <a:custGeom>
            <a:avLst/>
            <a:gdLst/>
            <a:ahLst/>
            <a:cxnLst/>
            <a:rect l="l" t="t" r="r" b="b"/>
            <a:pathLst>
              <a:path w="4632960" h="3261390">
                <a:moveTo>
                  <a:pt x="0" y="2065547"/>
                </a:moveTo>
                <a:lnTo>
                  <a:pt x="1575206" y="652278"/>
                </a:lnTo>
                <a:lnTo>
                  <a:pt x="2687117" y="1630695"/>
                </a:lnTo>
                <a:lnTo>
                  <a:pt x="4632960" y="0"/>
                </a:lnTo>
                <a:lnTo>
                  <a:pt x="4632960" y="3261390"/>
                </a:lnTo>
                <a:lnTo>
                  <a:pt x="0" y="3261390"/>
                </a:lnTo>
                <a:close/>
              </a:path>
            </a:pathLst>
          </a:custGeom>
          <a:solidFill>
            <a:srgbClr val="E6CA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85037" y="5385834"/>
            <a:ext cx="833933" cy="65228"/>
          </a:xfrm>
          <a:prstGeom prst="rect">
            <a:avLst/>
          </a:prstGeom>
          <a:solidFill>
            <a:srgbClr val="B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56960" y="711175"/>
            <a:ext cx="5120640" cy="11658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</a:pPr>
            <a:r>
              <a:rPr sz="3400" b="0" i="0">
                <a:solidFill>
                  <a:srgbClr val="1A1917"/>
                </a:solidFill>
                <a:latin typeface="Georgia"/>
                <a:ea typeface="宋体"/>
              </a:rPr>
              <a:t>验收19 · Slide19 </a:t>
            </a:r>
            <a:r>
              <a:rPr sz="3400" b="0" i="0">
                <a:solidFill>
                  <a:srgbClr val="1A1917"/>
                </a:solidFill>
                <a:latin typeface="Segoe UI Emoji"/>
                <a:ea typeface="Segoe UI Emoji"/>
                <a:cs typeface="Segoe UI Emoji"/>
              </a:rPr>
              <a:t>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56960" y="2057400"/>
            <a:ext cx="5120640" cy="401193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228600" indent="-228600">
              <a:lnSpc>
                <a:spcPct val="162000"/>
              </a:lnSpc>
              <a:buClr>
                <a:srgbClr val="B4432B"/>
              </a:buClr>
              <a:buFont typeface="Arial"/>
              <a:buChar char="—"/>
            </a:pPr>
            <a:r>
              <a:rPr sz="1600" b="0" i="0">
                <a:solidFill>
                  <a:srgbClr val="4A463E"/>
                </a:solidFill>
                <a:latin typeface="Arial"/>
                <a:ea typeface="微软雅黑"/>
              </a:rPr>
              <a:t>第19页中文要点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B4432B"/>
              </a:buClr>
              <a:buFont typeface="Arial"/>
              <a:buChar char="—"/>
            </a:pPr>
            <a:r>
              <a:rPr sz="1600" b="0" i="0">
                <a:solidFill>
                  <a:srgbClr val="4A463E"/>
                </a:solidFill>
                <a:latin typeface="Arial"/>
                <a:ea typeface="微软雅黑"/>
              </a:rPr>
              <a:t>Editable bullet 19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B4432B"/>
              </a:buClr>
              <a:buFont typeface="Arial"/>
              <a:buChar char="—"/>
            </a:pPr>
            <a:r>
              <a:rPr sz="1600" b="0" i="0">
                <a:solidFill>
                  <a:srgbClr val="4A463E"/>
                </a:solidFill>
                <a:latin typeface="Arial"/>
                <a:ea typeface="微软雅黑"/>
              </a:rPr>
              <a:t>Unicode </a:t>
            </a:r>
            <a:r>
              <a:rPr sz="1600" b="0" i="0">
                <a:solidFill>
                  <a:srgbClr val="4A463E"/>
                </a:solidFill>
                <a:latin typeface="Segoe UI Emoji"/>
                <a:ea typeface="Segoe UI Emoji"/>
                <a:cs typeface="Segoe UI Emoji"/>
              </a:rPr>
              <a:t>🙂🚀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ellipse"/>
          <p:cNvSpPr/>
          <p:nvPr/>
        </p:nvSpPr>
        <p:spPr>
          <a:xfrm>
            <a:off x="7670800" y="-2341880"/>
            <a:ext cx="6604000" cy="6604000"/>
          </a:xfrm>
          <a:prstGeom prst="ellipse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mbient-ellipse"/>
          <p:cNvSpPr/>
          <p:nvPr/>
        </p:nvSpPr>
        <p:spPr>
          <a:xfrm>
            <a:off x="8496300" y="-1516380"/>
            <a:ext cx="4953000" cy="4953000"/>
          </a:xfrm>
          <a:prstGeom prst="ellipse">
            <a:avLst/>
          </a:prstGeom>
          <a:solidFill>
            <a:srgbClr val="F9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mbient-ellipse"/>
          <p:cNvSpPr/>
          <p:nvPr/>
        </p:nvSpPr>
        <p:spPr>
          <a:xfrm>
            <a:off x="9321800" y="-690880"/>
            <a:ext cx="3302000" cy="3302000"/>
          </a:xfrm>
          <a:prstGeom prst="ellipse">
            <a:avLst/>
          </a:prstGeom>
          <a:solidFill>
            <a:srgbClr val="F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mbient-ellipse"/>
          <p:cNvSpPr/>
          <p:nvPr/>
        </p:nvSpPr>
        <p:spPr>
          <a:xfrm>
            <a:off x="10147300" y="134620"/>
            <a:ext cx="1651000" cy="1651000"/>
          </a:xfrm>
          <a:prstGeom prst="ellipse">
            <a:avLst/>
          </a:prstGeom>
          <a:solidFill>
            <a:srgbClr val="F7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mbient-rect"/>
          <p:cNvSpPr/>
          <p:nvPr/>
        </p:nvSpPr>
        <p:spPr>
          <a:xfrm>
            <a:off x="0" y="0"/>
            <a:ext cx="1706880" cy="50800"/>
          </a:xfrm>
          <a:prstGeom prst="rect">
            <a:avLst/>
          </a:prstGeom>
          <a:solidFill>
            <a:srgbClr val="B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711175"/>
            <a:ext cx="10363200" cy="78867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</a:pPr>
            <a:r>
              <a:rPr sz="3400" b="0" i="0">
                <a:solidFill>
                  <a:srgbClr val="1A1917"/>
                </a:solidFill>
                <a:latin typeface="Georgia"/>
                <a:ea typeface="宋体"/>
              </a:rPr>
              <a:t>验收20 · Slide20 </a:t>
            </a:r>
            <a:r>
              <a:rPr sz="3400" b="0" i="0">
                <a:solidFill>
                  <a:srgbClr val="1A1917"/>
                </a:solidFill>
                <a:latin typeface="Segoe UI Emoji"/>
                <a:ea typeface="Segoe UI Emoji"/>
                <a:cs typeface="Segoe UI Emoji"/>
              </a:rPr>
              <a:t>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65376"/>
            <a:ext cx="4876800" cy="5143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45000"/>
              </a:lnSpc>
            </a:pPr>
            <a:r>
              <a:rPr sz="1900" b="1" i="0">
                <a:solidFill>
                  <a:srgbClr val="4A463E"/>
                </a:solidFill>
                <a:latin typeface="Arial"/>
                <a:ea typeface="微软雅黑"/>
              </a:rPr>
              <a:t>我们的优势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23744"/>
            <a:ext cx="4876800" cy="35455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228600" indent="-228600">
              <a:lnSpc>
                <a:spcPct val="162000"/>
              </a:lnSpc>
              <a:buClr>
                <a:srgbClr val="B4432B"/>
              </a:buClr>
              <a:buFont typeface="Arial"/>
              <a:buChar char="—"/>
            </a:pPr>
            <a:r>
              <a:rPr sz="1600" b="0" i="0">
                <a:solidFill>
                  <a:srgbClr val="4A463E"/>
                </a:solidFill>
                <a:latin typeface="Arial"/>
                <a:ea typeface="微软雅黑"/>
              </a:rPr>
              <a:t>第20页中文要点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B4432B"/>
              </a:buClr>
              <a:buFont typeface="Arial"/>
              <a:buChar char="—"/>
            </a:pPr>
            <a:r>
              <a:rPr sz="1600" b="0" i="0">
                <a:solidFill>
                  <a:srgbClr val="4A463E"/>
                </a:solidFill>
                <a:latin typeface="Arial"/>
                <a:ea typeface="微软雅黑"/>
              </a:rPr>
              <a:t>Editable bullet 20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B4432B"/>
              </a:buClr>
              <a:buFont typeface="Arial"/>
              <a:buChar char="—"/>
            </a:pPr>
            <a:r>
              <a:rPr sz="1600" b="0" i="0">
                <a:solidFill>
                  <a:srgbClr val="4A463E"/>
                </a:solidFill>
                <a:latin typeface="Arial"/>
                <a:ea typeface="微软雅黑"/>
              </a:rPr>
              <a:t>Unicode </a:t>
            </a:r>
            <a:r>
              <a:rPr sz="1600" b="0" i="0">
                <a:solidFill>
                  <a:srgbClr val="4A463E"/>
                </a:solidFill>
                <a:latin typeface="Segoe UI Emoji"/>
                <a:ea typeface="Segoe UI Emoji"/>
                <a:cs typeface="Segoe UI Emoji"/>
              </a:rPr>
              <a:t>🙂🚀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865376"/>
            <a:ext cx="4876800" cy="5143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45000"/>
              </a:lnSpc>
            </a:pPr>
            <a:r>
              <a:rPr sz="1900" b="1" i="0">
                <a:solidFill>
                  <a:srgbClr val="4A463E"/>
                </a:solidFill>
                <a:latin typeface="Arial"/>
                <a:ea typeface="微软雅黑"/>
              </a:rPr>
              <a:t>面临的压力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523744"/>
            <a:ext cx="4876800" cy="35455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228600" indent="-228600">
              <a:lnSpc>
                <a:spcPct val="162000"/>
              </a:lnSpc>
              <a:buClr>
                <a:srgbClr val="B4432B"/>
              </a:buClr>
              <a:buFont typeface="Arial"/>
              <a:buChar char="—"/>
            </a:pPr>
            <a:r>
              <a:rPr sz="1600" b="0" i="0">
                <a:solidFill>
                  <a:srgbClr val="4A463E"/>
                </a:solidFill>
                <a:latin typeface="Arial"/>
                <a:ea typeface="微软雅黑"/>
              </a:rPr>
              <a:t>第20页中文要点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B4432B"/>
              </a:buClr>
              <a:buFont typeface="Arial"/>
              <a:buChar char="—"/>
            </a:pPr>
            <a:r>
              <a:rPr sz="1600" b="0" i="0">
                <a:solidFill>
                  <a:srgbClr val="4A463E"/>
                </a:solidFill>
                <a:latin typeface="Arial"/>
                <a:ea typeface="微软雅黑"/>
              </a:rPr>
              <a:t>Editable bullet 20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B4432B"/>
              </a:buClr>
              <a:buFont typeface="Arial"/>
              <a:buChar char="—"/>
            </a:pPr>
            <a:r>
              <a:rPr sz="1600" b="0" i="0">
                <a:solidFill>
                  <a:srgbClr val="4A463E"/>
                </a:solidFill>
                <a:latin typeface="Arial"/>
                <a:ea typeface="微软雅黑"/>
              </a:rPr>
              <a:t>Unicode </a:t>
            </a:r>
            <a:r>
              <a:rPr sz="1600" b="0" i="0">
                <a:solidFill>
                  <a:srgbClr val="4A463E"/>
                </a:solidFill>
                <a:latin typeface="Segoe UI Emoji"/>
                <a:ea typeface="Segoe UI Emoji"/>
                <a:cs typeface="Segoe UI Emoji"/>
              </a:rPr>
              <a:t>🙂🚀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ellipse"/>
          <p:cNvSpPr/>
          <p:nvPr/>
        </p:nvSpPr>
        <p:spPr>
          <a:xfrm>
            <a:off x="7670800" y="-2341880"/>
            <a:ext cx="6604000" cy="6604000"/>
          </a:xfrm>
          <a:prstGeom prst="ellipse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mbient-ellipse"/>
          <p:cNvSpPr/>
          <p:nvPr/>
        </p:nvSpPr>
        <p:spPr>
          <a:xfrm>
            <a:off x="8496300" y="-1516380"/>
            <a:ext cx="4953000" cy="4953000"/>
          </a:xfrm>
          <a:prstGeom prst="ellipse">
            <a:avLst/>
          </a:prstGeom>
          <a:solidFill>
            <a:srgbClr val="F9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mbient-ellipse"/>
          <p:cNvSpPr/>
          <p:nvPr/>
        </p:nvSpPr>
        <p:spPr>
          <a:xfrm>
            <a:off x="9321800" y="-690880"/>
            <a:ext cx="3302000" cy="3302000"/>
          </a:xfrm>
          <a:prstGeom prst="ellipse">
            <a:avLst/>
          </a:prstGeom>
          <a:solidFill>
            <a:srgbClr val="F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mbient-ellipse"/>
          <p:cNvSpPr/>
          <p:nvPr/>
        </p:nvSpPr>
        <p:spPr>
          <a:xfrm>
            <a:off x="10147300" y="134620"/>
            <a:ext cx="1651000" cy="1651000"/>
          </a:xfrm>
          <a:prstGeom prst="ellipse">
            <a:avLst/>
          </a:prstGeom>
          <a:solidFill>
            <a:srgbClr val="F7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mbient-rect"/>
          <p:cNvSpPr/>
          <p:nvPr/>
        </p:nvSpPr>
        <p:spPr>
          <a:xfrm>
            <a:off x="0" y="0"/>
            <a:ext cx="1706880" cy="50800"/>
          </a:xfrm>
          <a:prstGeom prst="rect">
            <a:avLst/>
          </a:prstGeom>
          <a:solidFill>
            <a:srgbClr val="B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1584198"/>
            <a:ext cx="10363200" cy="13030"/>
          </a:xfrm>
          <a:prstGeom prst="rect">
            <a:avLst/>
          </a:prstGeom>
          <a:solidFill>
            <a:srgbClr val="E2DC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711175"/>
            <a:ext cx="10363200" cy="78867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</a:pPr>
            <a:r>
              <a:rPr sz="3400" b="0" i="0">
                <a:solidFill>
                  <a:srgbClr val="1A1917"/>
                </a:solidFill>
                <a:latin typeface="Georgia"/>
                <a:ea typeface="宋体"/>
              </a:rPr>
              <a:t>验收21 · Slide21 </a:t>
            </a:r>
            <a:r>
              <a:rPr sz="3400" b="0" i="0">
                <a:solidFill>
                  <a:srgbClr val="1A1917"/>
                </a:solidFill>
                <a:latin typeface="Segoe UI Emoji"/>
                <a:ea typeface="Segoe UI Emoji"/>
                <a:cs typeface="Segoe UI Emoji"/>
              </a:rPr>
              <a:t>🙂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914400" y="1865376"/>
          <a:ext cx="10363200" cy="41148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454400"/>
                <a:gridCol w="3454400"/>
                <a:gridCol w="3454400"/>
              </a:tblGrid>
              <a:tr h="137160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A1917"/>
                          </a:solidFill>
                          <a:latin typeface="Arial"/>
                          <a:ea typeface="微软雅黑"/>
                        </a:rPr>
                        <a:t>核对项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>
                      <a:solidFill>
                        <a:srgbClr val="B4432B"/>
                      </a:solidFill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A1917"/>
                          </a:solidFill>
                          <a:latin typeface="Arial"/>
                          <a:ea typeface="微软雅黑"/>
                        </a:rPr>
                        <a:t>值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>
                      <a:solidFill>
                        <a:srgbClr val="B4432B"/>
                      </a:solidFill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A1917"/>
                          </a:solidFill>
                          <a:latin typeface="Arial"/>
                          <a:ea typeface="微软雅黑"/>
                        </a:rPr>
                        <a:t>English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>
                      <a:solidFill>
                        <a:srgbClr val="B4432B"/>
                      </a:solidFill>
                    </a:lnB>
                    <a:solidFill>
                      <a:srgbClr val="FBFAF6"/>
                    </a:solidFill>
                  </a:tcPr>
                </a:tc>
              </a:tr>
              <a:tr h="13716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4A463E"/>
                          </a:solidFill>
                          <a:latin typeface="Arial"/>
                          <a:ea typeface="微软雅黑"/>
                        </a:rPr>
                        <a:t>第21页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E2DCD0"/>
                      </a:solidFill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4A463E"/>
                          </a:solidFill>
                          <a:latin typeface="Arial"/>
                          <a:ea typeface="微软雅黑"/>
                        </a:rPr>
                        <a:t>123.50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E2DCD0"/>
                      </a:solidFill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4A463E"/>
                          </a:solidFill>
                          <a:latin typeface="Arial"/>
                          <a:ea typeface="微软雅黑"/>
                        </a:rPr>
                        <a:t>Editable cell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E2DCD0"/>
                      </a:solidFill>
                    </a:lnB>
                    <a:solidFill>
                      <a:srgbClr val="FBFAF6"/>
                    </a:solidFill>
                  </a:tcPr>
                </a:tc>
              </a:tr>
              <a:tr h="13716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4A463E"/>
                          </a:solidFill>
                          <a:latin typeface="Arial"/>
                          <a:ea typeface="微软雅黑"/>
                        </a:rPr>
                        <a:t>中文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E2DCD0"/>
                      </a:solidFill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4A463E"/>
                          </a:solidFill>
                          <a:latin typeface="Arial"/>
                          <a:ea typeface="微软雅黑"/>
                        </a:rPr>
                        <a:t>ID-21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E2DCD0"/>
                      </a:solidFill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4A463E"/>
                          </a:solidFill>
                          <a:latin typeface="Arial"/>
                          <a:ea typeface="微软雅黑"/>
                        </a:rPr>
                        <a:t>🙂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E2DCD0"/>
                      </a:solidFill>
                    </a:lnB>
                    <a:solidFill>
                      <a:srgbClr val="FBFA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ellipse"/>
          <p:cNvSpPr/>
          <p:nvPr/>
        </p:nvSpPr>
        <p:spPr>
          <a:xfrm>
            <a:off x="7670800" y="-2341880"/>
            <a:ext cx="6604000" cy="6604000"/>
          </a:xfrm>
          <a:prstGeom prst="ellipse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mbient-ellipse"/>
          <p:cNvSpPr/>
          <p:nvPr/>
        </p:nvSpPr>
        <p:spPr>
          <a:xfrm>
            <a:off x="8496300" y="-1516380"/>
            <a:ext cx="4953000" cy="4953000"/>
          </a:xfrm>
          <a:prstGeom prst="ellipse">
            <a:avLst/>
          </a:prstGeom>
          <a:solidFill>
            <a:srgbClr val="F9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mbient-ellipse"/>
          <p:cNvSpPr/>
          <p:nvPr/>
        </p:nvSpPr>
        <p:spPr>
          <a:xfrm>
            <a:off x="9321800" y="-690880"/>
            <a:ext cx="3302000" cy="3302000"/>
          </a:xfrm>
          <a:prstGeom prst="ellipse">
            <a:avLst/>
          </a:prstGeom>
          <a:solidFill>
            <a:srgbClr val="F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mbient-ellipse"/>
          <p:cNvSpPr/>
          <p:nvPr/>
        </p:nvSpPr>
        <p:spPr>
          <a:xfrm>
            <a:off x="10147300" y="134620"/>
            <a:ext cx="1651000" cy="1651000"/>
          </a:xfrm>
          <a:prstGeom prst="ellipse">
            <a:avLst/>
          </a:prstGeom>
          <a:solidFill>
            <a:srgbClr val="F7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mbient-rect"/>
          <p:cNvSpPr/>
          <p:nvPr/>
        </p:nvSpPr>
        <p:spPr>
          <a:xfrm>
            <a:off x="0" y="0"/>
            <a:ext cx="1706880" cy="50800"/>
          </a:xfrm>
          <a:prstGeom prst="rect">
            <a:avLst/>
          </a:prstGeom>
          <a:solidFill>
            <a:srgbClr val="B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371600"/>
            <a:ext cx="4876800" cy="342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50000"/>
              </a:lnSpc>
            </a:pPr>
            <a:r>
              <a:rPr sz="1100" b="1" i="0" spc="160">
                <a:solidFill>
                  <a:srgbClr val="B4432B"/>
                </a:solidFill>
                <a:latin typeface="Arial"/>
                <a:ea typeface="微软雅黑"/>
              </a:rPr>
              <a:t>结论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783080"/>
            <a:ext cx="8534400" cy="1714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2000"/>
              </a:lnSpc>
            </a:pPr>
            <a:r>
              <a:rPr sz="5400" b="0" i="0">
                <a:solidFill>
                  <a:srgbClr val="1A1917"/>
                </a:solidFill>
                <a:latin typeface="Georgia"/>
                <a:ea typeface="宋体"/>
              </a:rPr>
              <a:t>验收22 · Slide22 </a:t>
            </a:r>
            <a:r>
              <a:rPr sz="5400" b="0" i="0">
                <a:solidFill>
                  <a:srgbClr val="1A1917"/>
                </a:solidFill>
                <a:latin typeface="Segoe UI Emoji"/>
                <a:ea typeface="Segoe UI Emoji"/>
                <a:cs typeface="Segoe UI Emoji"/>
              </a:rPr>
              <a:t>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771900"/>
            <a:ext cx="8778240" cy="21945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228600" indent="-228600">
              <a:lnSpc>
                <a:spcPct val="162000"/>
              </a:lnSpc>
              <a:buClr>
                <a:srgbClr val="B4432B"/>
              </a:buClr>
              <a:buFont typeface="Arial"/>
              <a:buChar char="—"/>
            </a:pPr>
            <a:r>
              <a:rPr sz="1600" b="0" i="0">
                <a:solidFill>
                  <a:srgbClr val="4A463E"/>
                </a:solidFill>
                <a:latin typeface="Arial"/>
                <a:ea typeface="微软雅黑"/>
              </a:rPr>
              <a:t>第22页中文要点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B4432B"/>
              </a:buClr>
              <a:buFont typeface="Arial"/>
              <a:buChar char="—"/>
            </a:pPr>
            <a:r>
              <a:rPr sz="1600" b="0" i="0">
                <a:solidFill>
                  <a:srgbClr val="4A463E"/>
                </a:solidFill>
                <a:latin typeface="Arial"/>
                <a:ea typeface="微软雅黑"/>
              </a:rPr>
              <a:t>Editable bullet 22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B4432B"/>
              </a:buClr>
              <a:buFont typeface="Arial"/>
              <a:buChar char="—"/>
            </a:pPr>
            <a:r>
              <a:rPr sz="1600" b="0" i="0">
                <a:solidFill>
                  <a:srgbClr val="4A463E"/>
                </a:solidFill>
                <a:latin typeface="Arial"/>
                <a:ea typeface="微软雅黑"/>
              </a:rPr>
              <a:t>Unicode </a:t>
            </a:r>
            <a:r>
              <a:rPr sz="1600" b="0" i="0">
                <a:solidFill>
                  <a:srgbClr val="4A463E"/>
                </a:solidFill>
                <a:latin typeface="Segoe UI Emoji"/>
                <a:ea typeface="Segoe UI Emoji"/>
                <a:cs typeface="Segoe UI Emoji"/>
              </a:rPr>
              <a:t>🙂🚀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ellipse"/>
          <p:cNvSpPr/>
          <p:nvPr/>
        </p:nvSpPr>
        <p:spPr>
          <a:xfrm>
            <a:off x="7670800" y="-2341880"/>
            <a:ext cx="6604000" cy="6604000"/>
          </a:xfrm>
          <a:prstGeom prst="ellipse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mbient-ellipse"/>
          <p:cNvSpPr/>
          <p:nvPr/>
        </p:nvSpPr>
        <p:spPr>
          <a:xfrm>
            <a:off x="8496300" y="-1516380"/>
            <a:ext cx="4953000" cy="4953000"/>
          </a:xfrm>
          <a:prstGeom prst="ellipse">
            <a:avLst/>
          </a:prstGeom>
          <a:solidFill>
            <a:srgbClr val="F9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mbient-ellipse"/>
          <p:cNvSpPr/>
          <p:nvPr/>
        </p:nvSpPr>
        <p:spPr>
          <a:xfrm>
            <a:off x="9321800" y="-690880"/>
            <a:ext cx="3302000" cy="3302000"/>
          </a:xfrm>
          <a:prstGeom prst="ellipse">
            <a:avLst/>
          </a:prstGeom>
          <a:solidFill>
            <a:srgbClr val="F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mbient-ellipse"/>
          <p:cNvSpPr/>
          <p:nvPr/>
        </p:nvSpPr>
        <p:spPr>
          <a:xfrm>
            <a:off x="10147300" y="134620"/>
            <a:ext cx="1651000" cy="1651000"/>
          </a:xfrm>
          <a:prstGeom prst="ellipse">
            <a:avLst/>
          </a:prstGeom>
          <a:solidFill>
            <a:srgbClr val="F7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mbient-rect"/>
          <p:cNvSpPr/>
          <p:nvPr/>
        </p:nvSpPr>
        <p:spPr>
          <a:xfrm>
            <a:off x="0" y="0"/>
            <a:ext cx="1706880" cy="50800"/>
          </a:xfrm>
          <a:prstGeom prst="rect">
            <a:avLst/>
          </a:prstGeom>
          <a:solidFill>
            <a:srgbClr val="B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mbient-rect"/>
          <p:cNvSpPr/>
          <p:nvPr/>
        </p:nvSpPr>
        <p:spPr>
          <a:xfrm>
            <a:off x="10871200" y="6591300"/>
            <a:ext cx="1066800" cy="12700"/>
          </a:xfrm>
          <a:prstGeom prst="rect">
            <a:avLst/>
          </a:prstGeom>
          <a:solidFill>
            <a:srgbClr val="E2BA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mbient-rect"/>
          <p:cNvSpPr/>
          <p:nvPr/>
        </p:nvSpPr>
        <p:spPr>
          <a:xfrm>
            <a:off x="11925300" y="5537200"/>
            <a:ext cx="12700" cy="1066800"/>
          </a:xfrm>
          <a:prstGeom prst="rect">
            <a:avLst/>
          </a:prstGeom>
          <a:solidFill>
            <a:srgbClr val="E2BA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5795010"/>
            <a:ext cx="1219200" cy="34290"/>
          </a:xfrm>
          <a:prstGeom prst="rect">
            <a:avLst/>
          </a:prstGeom>
          <a:solidFill>
            <a:srgbClr val="B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057400"/>
            <a:ext cx="6705600" cy="342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50000"/>
              </a:lnSpc>
            </a:pPr>
            <a:r>
              <a:rPr sz="1100" b="1" i="0" spc="160">
                <a:solidFill>
                  <a:srgbClr val="B4432B"/>
                </a:solidFill>
                <a:latin typeface="Arial"/>
                <a:ea typeface="微软雅黑"/>
              </a:rPr>
              <a:t>年度业务复盘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503170"/>
            <a:ext cx="8778240" cy="1714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2000"/>
              </a:lnSpc>
            </a:pPr>
            <a:r>
              <a:rPr sz="5400" b="0" i="0">
                <a:solidFill>
                  <a:srgbClr val="1A1917"/>
                </a:solidFill>
                <a:latin typeface="Georgia"/>
                <a:ea typeface="宋体"/>
              </a:rPr>
              <a:t>验收23 · Slide23 </a:t>
            </a:r>
            <a:r>
              <a:rPr sz="5400" b="0" i="0">
                <a:solidFill>
                  <a:srgbClr val="1A1917"/>
                </a:solidFill>
                <a:latin typeface="Segoe UI Emoji"/>
                <a:ea typeface="Segoe UI Emoji"/>
                <a:cs typeface="Segoe UI Emoji"/>
              </a:rPr>
              <a:t>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32054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45000"/>
              </a:lnSpc>
            </a:pPr>
            <a:r>
              <a:rPr sz="1900" b="1" i="0">
                <a:solidFill>
                  <a:srgbClr val="4A463E"/>
                </a:solidFill>
                <a:latin typeface="Arial"/>
                <a:ea typeface="微软雅黑"/>
              </a:rPr>
              <a:t>从工具集合走向工作流平台的一年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ellipse"/>
          <p:cNvSpPr/>
          <p:nvPr/>
        </p:nvSpPr>
        <p:spPr>
          <a:xfrm>
            <a:off x="7670800" y="-2341880"/>
            <a:ext cx="6604000" cy="6604000"/>
          </a:xfrm>
          <a:prstGeom prst="ellipse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mbient-ellipse"/>
          <p:cNvSpPr/>
          <p:nvPr/>
        </p:nvSpPr>
        <p:spPr>
          <a:xfrm>
            <a:off x="8496300" y="-1516380"/>
            <a:ext cx="4953000" cy="4953000"/>
          </a:xfrm>
          <a:prstGeom prst="ellipse">
            <a:avLst/>
          </a:prstGeom>
          <a:solidFill>
            <a:srgbClr val="F9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mbient-ellipse"/>
          <p:cNvSpPr/>
          <p:nvPr/>
        </p:nvSpPr>
        <p:spPr>
          <a:xfrm>
            <a:off x="9321800" y="-690880"/>
            <a:ext cx="3302000" cy="3302000"/>
          </a:xfrm>
          <a:prstGeom prst="ellipse">
            <a:avLst/>
          </a:prstGeom>
          <a:solidFill>
            <a:srgbClr val="F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mbient-ellipse"/>
          <p:cNvSpPr/>
          <p:nvPr/>
        </p:nvSpPr>
        <p:spPr>
          <a:xfrm>
            <a:off x="10147300" y="134620"/>
            <a:ext cx="1651000" cy="1651000"/>
          </a:xfrm>
          <a:prstGeom prst="ellipse">
            <a:avLst/>
          </a:prstGeom>
          <a:solidFill>
            <a:srgbClr val="F7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mbient-rect"/>
          <p:cNvSpPr/>
          <p:nvPr/>
        </p:nvSpPr>
        <p:spPr>
          <a:xfrm>
            <a:off x="0" y="0"/>
            <a:ext cx="1706880" cy="50800"/>
          </a:xfrm>
          <a:prstGeom prst="rect">
            <a:avLst/>
          </a:prstGeom>
          <a:solidFill>
            <a:srgbClr val="B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711175"/>
            <a:ext cx="10363200" cy="78867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</a:pPr>
            <a:r>
              <a:rPr sz="3400" b="0" i="0">
                <a:solidFill>
                  <a:srgbClr val="1A1917"/>
                </a:solidFill>
                <a:latin typeface="Georgia"/>
                <a:ea typeface="宋体"/>
              </a:rPr>
              <a:t>验收24 · Slide24 </a:t>
            </a:r>
            <a:r>
              <a:rPr sz="3400" b="0" i="0">
                <a:solidFill>
                  <a:srgbClr val="1A1917"/>
                </a:solidFill>
                <a:latin typeface="Segoe UI Emoji"/>
                <a:ea typeface="Segoe UI Emoji"/>
                <a:cs typeface="Segoe UI Emoji"/>
              </a:rPr>
              <a:t>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783080"/>
            <a:ext cx="10363200" cy="4251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228600" indent="-228600">
              <a:lnSpc>
                <a:spcPct val="162000"/>
              </a:lnSpc>
              <a:buClr>
                <a:srgbClr val="B4432B"/>
              </a:buClr>
              <a:buFont typeface="Arial"/>
              <a:buChar char="—"/>
            </a:pPr>
            <a:r>
              <a:rPr sz="1600" b="0" i="0">
                <a:solidFill>
                  <a:srgbClr val="4A463E"/>
                </a:solidFill>
                <a:latin typeface="Arial"/>
                <a:ea typeface="微软雅黑"/>
              </a:rPr>
              <a:t>第24页中文要点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B4432B"/>
              </a:buClr>
              <a:buFont typeface="Arial"/>
              <a:buChar char="—"/>
            </a:pPr>
            <a:r>
              <a:rPr sz="1600" b="0" i="0">
                <a:solidFill>
                  <a:srgbClr val="4A463E"/>
                </a:solidFill>
                <a:latin typeface="Arial"/>
                <a:ea typeface="微软雅黑"/>
              </a:rPr>
              <a:t>Editable bullet 24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B4432B"/>
              </a:buClr>
              <a:buFont typeface="Arial"/>
              <a:buChar char="—"/>
            </a:pPr>
            <a:r>
              <a:rPr sz="1600" b="0" i="0">
                <a:solidFill>
                  <a:srgbClr val="4A463E"/>
                </a:solidFill>
                <a:latin typeface="Arial"/>
                <a:ea typeface="微软雅黑"/>
              </a:rPr>
              <a:t>Unicode </a:t>
            </a:r>
            <a:r>
              <a:rPr sz="1600" b="0" i="0">
                <a:solidFill>
                  <a:srgbClr val="4A463E"/>
                </a:solidFill>
                <a:latin typeface="Segoe UI Emoji"/>
                <a:ea typeface="Segoe UI Emoji"/>
                <a:cs typeface="Segoe UI Emoji"/>
              </a:rPr>
              <a:t>🙂🚀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ellipse"/>
          <p:cNvSpPr/>
          <p:nvPr/>
        </p:nvSpPr>
        <p:spPr>
          <a:xfrm>
            <a:off x="7670800" y="-2341880"/>
            <a:ext cx="6604000" cy="6604000"/>
          </a:xfrm>
          <a:prstGeom prst="ellipse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mbient-ellipse"/>
          <p:cNvSpPr/>
          <p:nvPr/>
        </p:nvSpPr>
        <p:spPr>
          <a:xfrm>
            <a:off x="8496300" y="-1516380"/>
            <a:ext cx="4953000" cy="4953000"/>
          </a:xfrm>
          <a:prstGeom prst="ellipse">
            <a:avLst/>
          </a:prstGeom>
          <a:solidFill>
            <a:srgbClr val="F9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mbient-ellipse"/>
          <p:cNvSpPr/>
          <p:nvPr/>
        </p:nvSpPr>
        <p:spPr>
          <a:xfrm>
            <a:off x="9321800" y="-690880"/>
            <a:ext cx="3302000" cy="3302000"/>
          </a:xfrm>
          <a:prstGeom prst="ellipse">
            <a:avLst/>
          </a:prstGeom>
          <a:solidFill>
            <a:srgbClr val="F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mbient-ellipse"/>
          <p:cNvSpPr/>
          <p:nvPr/>
        </p:nvSpPr>
        <p:spPr>
          <a:xfrm>
            <a:off x="10147300" y="134620"/>
            <a:ext cx="1651000" cy="1651000"/>
          </a:xfrm>
          <a:prstGeom prst="ellipse">
            <a:avLst/>
          </a:prstGeom>
          <a:solidFill>
            <a:srgbClr val="F7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mbient-rect"/>
          <p:cNvSpPr/>
          <p:nvPr/>
        </p:nvSpPr>
        <p:spPr>
          <a:xfrm>
            <a:off x="0" y="0"/>
            <a:ext cx="1706880" cy="50800"/>
          </a:xfrm>
          <a:prstGeom prst="rect">
            <a:avLst/>
          </a:prstGeom>
          <a:solidFill>
            <a:srgbClr val="B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mbient-rect"/>
          <p:cNvSpPr/>
          <p:nvPr/>
        </p:nvSpPr>
        <p:spPr>
          <a:xfrm>
            <a:off x="10871200" y="6591300"/>
            <a:ext cx="1066800" cy="12700"/>
          </a:xfrm>
          <a:prstGeom prst="rect">
            <a:avLst/>
          </a:prstGeom>
          <a:solidFill>
            <a:srgbClr val="E2BA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mbient-rect"/>
          <p:cNvSpPr/>
          <p:nvPr/>
        </p:nvSpPr>
        <p:spPr>
          <a:xfrm>
            <a:off x="11925300" y="5537200"/>
            <a:ext cx="12700" cy="1066800"/>
          </a:xfrm>
          <a:prstGeom prst="rect">
            <a:avLst/>
          </a:prstGeom>
          <a:solidFill>
            <a:srgbClr val="E2BA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70688" cy="6858000"/>
          </a:xfrm>
          <a:prstGeom prst="rect">
            <a:avLst/>
          </a:prstGeom>
          <a:solidFill>
            <a:srgbClr val="B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2503170"/>
            <a:ext cx="3657600" cy="342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50000"/>
              </a:lnSpc>
            </a:pPr>
            <a:r>
              <a:rPr sz="1100" b="1" i="0" spc="160">
                <a:solidFill>
                  <a:srgbClr val="B4432B"/>
                </a:solidFill>
                <a:latin typeface="Arial"/>
                <a:ea typeface="微软雅黑"/>
              </a:rPr>
              <a:t>第一部分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914650"/>
            <a:ext cx="8778240" cy="1714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2000"/>
              </a:lnSpc>
            </a:pPr>
            <a:r>
              <a:rPr sz="5400" b="0" i="0">
                <a:solidFill>
                  <a:srgbClr val="1A1917"/>
                </a:solidFill>
                <a:latin typeface="Georgia"/>
                <a:ea typeface="宋体"/>
              </a:rPr>
              <a:t>验收25 · Slide25 </a:t>
            </a:r>
            <a:r>
              <a:rPr sz="5400" b="0" i="0">
                <a:solidFill>
                  <a:srgbClr val="1A1917"/>
                </a:solidFill>
                <a:latin typeface="Segoe UI Emoji"/>
                <a:ea typeface="Segoe UI Emoji"/>
                <a:cs typeface="Segoe UI Emoji"/>
              </a:rPr>
              <a:t>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4800600"/>
            <a:ext cx="731520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65000"/>
              </a:lnSpc>
            </a:pPr>
            <a:r>
              <a:rPr sz="1500" b="0" i="0">
                <a:solidFill>
                  <a:srgbClr val="4A463E"/>
                </a:solidFill>
                <a:latin typeface="Arial"/>
                <a:ea typeface="微软雅黑"/>
              </a:rPr>
              <a:t>数据口径为财年内已确认收入，不含代理商未结算部分。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ellipse"/>
          <p:cNvSpPr/>
          <p:nvPr/>
        </p:nvSpPr>
        <p:spPr>
          <a:xfrm>
            <a:off x="7670800" y="-2341880"/>
            <a:ext cx="6604000" cy="6604000"/>
          </a:xfrm>
          <a:prstGeom prst="ellipse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mbient-ellipse"/>
          <p:cNvSpPr/>
          <p:nvPr/>
        </p:nvSpPr>
        <p:spPr>
          <a:xfrm>
            <a:off x="8496300" y="-1516380"/>
            <a:ext cx="4953000" cy="4953000"/>
          </a:xfrm>
          <a:prstGeom prst="ellipse">
            <a:avLst/>
          </a:prstGeom>
          <a:solidFill>
            <a:srgbClr val="F9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mbient-ellipse"/>
          <p:cNvSpPr/>
          <p:nvPr/>
        </p:nvSpPr>
        <p:spPr>
          <a:xfrm>
            <a:off x="9321800" y="-690880"/>
            <a:ext cx="3302000" cy="3302000"/>
          </a:xfrm>
          <a:prstGeom prst="ellipse">
            <a:avLst/>
          </a:prstGeom>
          <a:solidFill>
            <a:srgbClr val="F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mbient-ellipse"/>
          <p:cNvSpPr/>
          <p:nvPr/>
        </p:nvSpPr>
        <p:spPr>
          <a:xfrm>
            <a:off x="10147300" y="134620"/>
            <a:ext cx="1651000" cy="1651000"/>
          </a:xfrm>
          <a:prstGeom prst="ellipse">
            <a:avLst/>
          </a:prstGeom>
          <a:solidFill>
            <a:srgbClr val="F7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mbient-rect"/>
          <p:cNvSpPr/>
          <p:nvPr/>
        </p:nvSpPr>
        <p:spPr>
          <a:xfrm>
            <a:off x="0" y="0"/>
            <a:ext cx="1706880" cy="50800"/>
          </a:xfrm>
          <a:prstGeom prst="rect">
            <a:avLst/>
          </a:prstGeom>
          <a:solidFill>
            <a:srgbClr val="B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mbient-text"/>
          <p:cNvSpPr txBox="1"/>
          <p:nvPr/>
        </p:nvSpPr>
        <p:spPr>
          <a:xfrm>
            <a:off x="9144000" y="5486400"/>
            <a:ext cx="2926080" cy="13030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0800" b="0">
                <a:solidFill>
                  <a:srgbClr val="E9E4DA"/>
                </a:solidFill>
                <a:latin typeface="Georgia"/>
                <a:ea typeface="宋体"/>
              </a:rPr>
              <a:t>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711175"/>
            <a:ext cx="10363200" cy="78867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</a:pPr>
            <a:r>
              <a:rPr sz="3400" b="0" i="0">
                <a:solidFill>
                  <a:srgbClr val="1A1917"/>
                </a:solidFill>
                <a:latin typeface="Georgia"/>
                <a:ea typeface="宋体"/>
              </a:rPr>
              <a:t>验收26 · Slide26 </a:t>
            </a:r>
            <a:r>
              <a:rPr sz="3400" b="0" i="0">
                <a:solidFill>
                  <a:srgbClr val="1A1917"/>
                </a:solidFill>
                <a:latin typeface="Segoe UI Emoji"/>
                <a:ea typeface="Segoe UI Emoji"/>
                <a:cs typeface="Segoe UI Emoji"/>
              </a:rPr>
              <a:t>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2200" y="3263900"/>
            <a:ext cx="2814320" cy="1701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0000"/>
              </a:lnSpc>
            </a:pPr>
            <a:r>
              <a:rPr sz="4600" b="0" i="0">
                <a:solidFill>
                  <a:srgbClr val="B4432B"/>
                </a:solidFill>
                <a:latin typeface="Georgia"/>
                <a:ea typeface="宋体"/>
              </a:rPr>
              <a:t>26.2</a:t>
            </a:r>
          </a:p>
          <a:p>
            <a:pPr>
              <a:lnSpc>
                <a:spcPct val="140000"/>
              </a:lnSpc>
              <a:spcBef>
                <a:spcPts val="600"/>
              </a:spcBef>
            </a:pPr>
            <a:r>
              <a:rPr sz="1400" b="1" i="0">
                <a:solidFill>
                  <a:srgbClr val="1A1917"/>
                </a:solidFill>
                <a:latin typeface="Arial"/>
                <a:ea typeface="微软雅黑"/>
              </a:rPr>
              <a:t>指标2 Metric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sz="1200" b="0" i="0">
                <a:solidFill>
                  <a:srgbClr val="8A8478"/>
                </a:solidFill>
                <a:latin typeface="Arial"/>
                <a:ea typeface="微软雅黑"/>
              </a:rPr>
              <a:t>核对26-2 </a:t>
            </a:r>
            <a:r>
              <a:rPr sz="1200" b="0" i="0">
                <a:solidFill>
                  <a:srgbClr val="8A8478"/>
                </a:solidFill>
                <a:latin typeface="Segoe UI Emoji"/>
                <a:ea typeface="Segoe UI Emoji"/>
                <a:cs typeface="Segoe UI Emoji"/>
              </a:rPr>
              <a:t>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8840" y="3263900"/>
            <a:ext cx="2814320" cy="1701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0000"/>
              </a:lnSpc>
            </a:pPr>
            <a:r>
              <a:rPr sz="4600" b="0" i="0">
                <a:solidFill>
                  <a:srgbClr val="B4432B"/>
                </a:solidFill>
                <a:latin typeface="Georgia"/>
                <a:ea typeface="宋体"/>
              </a:rPr>
              <a:t>26.3</a:t>
            </a:r>
          </a:p>
          <a:p>
            <a:pPr>
              <a:lnSpc>
                <a:spcPct val="140000"/>
              </a:lnSpc>
              <a:spcBef>
                <a:spcPts val="600"/>
              </a:spcBef>
            </a:pPr>
            <a:r>
              <a:rPr sz="1400" b="1" i="0">
                <a:solidFill>
                  <a:srgbClr val="1A1917"/>
                </a:solidFill>
                <a:latin typeface="Arial"/>
                <a:ea typeface="微软雅黑"/>
              </a:rPr>
              <a:t>指标3 Metric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sz="1200" b="0" i="0">
                <a:solidFill>
                  <a:srgbClr val="8A8478"/>
                </a:solidFill>
                <a:latin typeface="Arial"/>
                <a:ea typeface="微软雅黑"/>
              </a:rPr>
              <a:t>核对26-3 </a:t>
            </a:r>
            <a:r>
              <a:rPr sz="1200" b="0" i="0">
                <a:solidFill>
                  <a:srgbClr val="8A8478"/>
                </a:solidFill>
                <a:latin typeface="Segoe UI Emoji"/>
                <a:ea typeface="Segoe UI Emoji"/>
                <a:cs typeface="Segoe UI Emoji"/>
              </a:rPr>
              <a:t>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85480" y="3263900"/>
            <a:ext cx="2814320" cy="1701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0000"/>
              </a:lnSpc>
            </a:pPr>
            <a:r>
              <a:rPr sz="4600" b="0" i="0">
                <a:solidFill>
                  <a:srgbClr val="B4432B"/>
                </a:solidFill>
                <a:latin typeface="Georgia"/>
                <a:ea typeface="宋体"/>
              </a:rPr>
              <a:t>26.4</a:t>
            </a:r>
          </a:p>
          <a:p>
            <a:pPr>
              <a:lnSpc>
                <a:spcPct val="140000"/>
              </a:lnSpc>
              <a:spcBef>
                <a:spcPts val="600"/>
              </a:spcBef>
            </a:pPr>
            <a:r>
              <a:rPr sz="1400" b="1" i="0">
                <a:solidFill>
                  <a:srgbClr val="1A1917"/>
                </a:solidFill>
                <a:latin typeface="Arial"/>
                <a:ea typeface="微软雅黑"/>
              </a:rPr>
              <a:t>指标4 Metric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sz="1200" b="0" i="0">
                <a:solidFill>
                  <a:srgbClr val="8A8478"/>
                </a:solidFill>
                <a:latin typeface="Arial"/>
                <a:ea typeface="微软雅黑"/>
              </a:rPr>
              <a:t>核对26-4 </a:t>
            </a:r>
            <a:r>
              <a:rPr sz="1200" b="0" i="0">
                <a:solidFill>
                  <a:srgbClr val="8A8478"/>
                </a:solidFill>
                <a:latin typeface="Segoe UI Emoji"/>
                <a:ea typeface="Segoe UI Emoji"/>
                <a:cs typeface="Segoe UI Emoji"/>
              </a:rPr>
              <a:t>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ellipse"/>
          <p:cNvSpPr/>
          <p:nvPr/>
        </p:nvSpPr>
        <p:spPr>
          <a:xfrm>
            <a:off x="7670800" y="-2341880"/>
            <a:ext cx="6604000" cy="6604000"/>
          </a:xfrm>
          <a:prstGeom prst="ellipse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mbient-ellipse"/>
          <p:cNvSpPr/>
          <p:nvPr/>
        </p:nvSpPr>
        <p:spPr>
          <a:xfrm>
            <a:off x="8496300" y="-1516380"/>
            <a:ext cx="4953000" cy="4953000"/>
          </a:xfrm>
          <a:prstGeom prst="ellipse">
            <a:avLst/>
          </a:prstGeom>
          <a:solidFill>
            <a:srgbClr val="F9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mbient-ellipse"/>
          <p:cNvSpPr/>
          <p:nvPr/>
        </p:nvSpPr>
        <p:spPr>
          <a:xfrm>
            <a:off x="9321800" y="-690880"/>
            <a:ext cx="3302000" cy="3302000"/>
          </a:xfrm>
          <a:prstGeom prst="ellipse">
            <a:avLst/>
          </a:prstGeom>
          <a:solidFill>
            <a:srgbClr val="F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mbient-ellipse"/>
          <p:cNvSpPr/>
          <p:nvPr/>
        </p:nvSpPr>
        <p:spPr>
          <a:xfrm>
            <a:off x="10147300" y="134620"/>
            <a:ext cx="1651000" cy="1651000"/>
          </a:xfrm>
          <a:prstGeom prst="ellipse">
            <a:avLst/>
          </a:prstGeom>
          <a:solidFill>
            <a:srgbClr val="F7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mbient-rect"/>
          <p:cNvSpPr/>
          <p:nvPr/>
        </p:nvSpPr>
        <p:spPr>
          <a:xfrm>
            <a:off x="0" y="0"/>
            <a:ext cx="1706880" cy="50800"/>
          </a:xfrm>
          <a:prstGeom prst="rect">
            <a:avLst/>
          </a:prstGeom>
          <a:solidFill>
            <a:srgbClr val="B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1584198"/>
            <a:ext cx="10363200" cy="13030"/>
          </a:xfrm>
          <a:prstGeom prst="rect">
            <a:avLst/>
          </a:prstGeom>
          <a:solidFill>
            <a:srgbClr val="E2DC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711175"/>
            <a:ext cx="10363200" cy="78867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</a:pPr>
            <a:r>
              <a:rPr sz="3400" b="0" i="0">
                <a:solidFill>
                  <a:srgbClr val="1A1917"/>
                </a:solidFill>
                <a:latin typeface="Georgia"/>
                <a:ea typeface="宋体"/>
              </a:rPr>
              <a:t>验收27 · Slide27 </a:t>
            </a:r>
            <a:r>
              <a:rPr sz="3400" b="0" i="0">
                <a:solidFill>
                  <a:srgbClr val="1A1917"/>
                </a:solidFill>
                <a:latin typeface="Segoe UI Emoji"/>
                <a:ea typeface="Segoe UI Emoji"/>
                <a:cs typeface="Segoe UI Emoji"/>
              </a:rPr>
              <a:t>🙂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914400" y="1865376"/>
          <a:ext cx="7315200" cy="420395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8595360" y="1865376"/>
            <a:ext cx="2682240" cy="3771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65000"/>
              </a:lnSpc>
            </a:pPr>
            <a:r>
              <a:rPr sz="1500" b="0" i="0">
                <a:solidFill>
                  <a:srgbClr val="4A463E"/>
                </a:solidFill>
                <a:latin typeface="Arial"/>
                <a:ea typeface="微软雅黑"/>
              </a:rPr>
              <a:t>订阅收入连续四个季度环比增长，服务收入基本持平。Q4 的跃升主要来自两家大型制造业客户的集中签约。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ellipse"/>
          <p:cNvSpPr/>
          <p:nvPr/>
        </p:nvSpPr>
        <p:spPr>
          <a:xfrm>
            <a:off x="7670800" y="-2341880"/>
            <a:ext cx="6604000" cy="6604000"/>
          </a:xfrm>
          <a:prstGeom prst="ellipse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mbient-ellipse"/>
          <p:cNvSpPr/>
          <p:nvPr/>
        </p:nvSpPr>
        <p:spPr>
          <a:xfrm>
            <a:off x="8496300" y="-1516380"/>
            <a:ext cx="4953000" cy="4953000"/>
          </a:xfrm>
          <a:prstGeom prst="ellipse">
            <a:avLst/>
          </a:prstGeom>
          <a:solidFill>
            <a:srgbClr val="F9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mbient-ellipse"/>
          <p:cNvSpPr/>
          <p:nvPr/>
        </p:nvSpPr>
        <p:spPr>
          <a:xfrm>
            <a:off x="9321800" y="-690880"/>
            <a:ext cx="3302000" cy="3302000"/>
          </a:xfrm>
          <a:prstGeom prst="ellipse">
            <a:avLst/>
          </a:prstGeom>
          <a:solidFill>
            <a:srgbClr val="F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mbient-ellipse"/>
          <p:cNvSpPr/>
          <p:nvPr/>
        </p:nvSpPr>
        <p:spPr>
          <a:xfrm>
            <a:off x="10147300" y="134620"/>
            <a:ext cx="1651000" cy="1651000"/>
          </a:xfrm>
          <a:prstGeom prst="ellipse">
            <a:avLst/>
          </a:prstGeom>
          <a:solidFill>
            <a:srgbClr val="F7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mbient-rect"/>
          <p:cNvSpPr/>
          <p:nvPr/>
        </p:nvSpPr>
        <p:spPr>
          <a:xfrm>
            <a:off x="0" y="0"/>
            <a:ext cx="1706880" cy="50800"/>
          </a:xfrm>
          <a:prstGeom prst="rect">
            <a:avLst/>
          </a:prstGeom>
          <a:solidFill>
            <a:srgbClr val="B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60400" y="2271143"/>
            <a:ext cx="10871200" cy="3159185"/>
          </a:xfrm>
          <a:prstGeom prst="roundRect">
            <a:avLst>
              <a:gd name="adj" fmla="val 321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0400" y="533400"/>
            <a:ext cx="10871200" cy="49362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50000"/>
              </a:lnSpc>
            </a:pPr>
            <a:r>
              <a:rPr sz="1100" b="1" i="0" spc="160">
                <a:solidFill>
                  <a:srgbClr val="B4432B"/>
                </a:solidFill>
                <a:latin typeface="Arial"/>
                <a:ea typeface="微软雅黑"/>
              </a:rPr>
              <a:t>策略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400" y="1204823"/>
            <a:ext cx="10871200" cy="88852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</a:pPr>
            <a:r>
              <a:rPr sz="3400" b="0" i="0">
                <a:solidFill>
                  <a:srgbClr val="1A1917"/>
                </a:solidFill>
                <a:latin typeface="Georgia"/>
                <a:ea typeface="宋体"/>
              </a:rPr>
              <a:t>验收28 · Slide28 </a:t>
            </a:r>
            <a:r>
              <a:rPr sz="3400" b="0" i="0">
                <a:solidFill>
                  <a:srgbClr val="1A1917"/>
                </a:solidFill>
                <a:latin typeface="Segoe UI Emoji"/>
                <a:ea typeface="Segoe UI Emoji"/>
                <a:cs typeface="Segoe UI Emoji"/>
              </a:rPr>
              <a:t>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2800" y="2423543"/>
            <a:ext cx="5181600" cy="2854385"/>
          </a:xfrm>
          <a:prstGeom prst="roundRect">
            <a:avLst>
              <a:gd name="adj" fmla="val 355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200" y="2575943"/>
            <a:ext cx="4876800" cy="254958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45000"/>
              </a:lnSpc>
            </a:pPr>
            <a:r>
              <a:rPr sz="1900" b="1" i="0">
                <a:solidFill>
                  <a:srgbClr val="4A463E"/>
                </a:solidFill>
                <a:latin typeface="Segoe UI Emoji"/>
                <a:ea typeface="Segoe UI Emoji"/>
                <a:cs typeface="Segoe UI Emoji"/>
              </a:rPr>
              <a:t>🙂</a:t>
            </a:r>
            <a:r>
              <a:rPr sz="1900" b="1" i="0">
                <a:solidFill>
                  <a:srgbClr val="4A463E"/>
                </a:solidFill>
                <a:latin typeface="Arial"/>
                <a:ea typeface="微软雅黑"/>
              </a:rPr>
              <a:t> 卡片28A</a:t>
            </a:r>
          </a:p>
          <a:p>
            <a:pPr>
              <a:lnSpc>
                <a:spcPct val="165000"/>
              </a:lnSpc>
              <a:spcBef>
                <a:spcPts val="600"/>
              </a:spcBef>
            </a:pPr>
            <a:r>
              <a:rPr sz="1500" b="0" i="0">
                <a:solidFill>
                  <a:srgbClr val="4A463E"/>
                </a:solidFill>
                <a:latin typeface="Arial"/>
                <a:ea typeface="微软雅黑"/>
              </a:rPr>
              <a:t>中文正文 Edit 28A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7600" y="2423543"/>
            <a:ext cx="5181600" cy="2854385"/>
          </a:xfrm>
          <a:prstGeom prst="roundRect">
            <a:avLst>
              <a:gd name="adj" fmla="val 355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0" y="2575943"/>
            <a:ext cx="4876800" cy="254958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45000"/>
              </a:lnSpc>
            </a:pPr>
            <a:r>
              <a:rPr sz="1900" b="1" i="0">
                <a:solidFill>
                  <a:srgbClr val="4A463E"/>
                </a:solidFill>
                <a:latin typeface="Segoe UI Emoji"/>
                <a:ea typeface="Segoe UI Emoji"/>
                <a:cs typeface="Segoe UI Emoji"/>
              </a:rPr>
              <a:t>🚀</a:t>
            </a:r>
            <a:r>
              <a:rPr sz="1900" b="1" i="0">
                <a:solidFill>
                  <a:srgbClr val="4A463E"/>
                </a:solidFill>
                <a:latin typeface="Arial"/>
                <a:ea typeface="微软雅黑"/>
              </a:rPr>
              <a:t> 卡片28B</a:t>
            </a:r>
          </a:p>
          <a:p>
            <a:pPr>
              <a:lnSpc>
                <a:spcPct val="165000"/>
              </a:lnSpc>
              <a:spcBef>
                <a:spcPts val="600"/>
              </a:spcBef>
            </a:pPr>
            <a:r>
              <a:rPr sz="1500" b="0" i="0">
                <a:solidFill>
                  <a:srgbClr val="4A463E"/>
                </a:solidFill>
                <a:latin typeface="Arial"/>
                <a:ea typeface="微软雅黑"/>
              </a:rPr>
              <a:t>English body 28B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0400" y="5608128"/>
            <a:ext cx="10871200" cy="691072"/>
          </a:xfrm>
          <a:prstGeom prst="roundRect">
            <a:avLst>
              <a:gd name="adj" fmla="val 14701"/>
            </a:avLst>
          </a:prstGeom>
          <a:solidFill>
            <a:srgbClr val="FCFC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2800" y="5722428"/>
            <a:ext cx="10566400" cy="462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50000"/>
              </a:lnSpc>
            </a:pPr>
            <a:r>
              <a:rPr sz="1100" b="1" i="0" spc="160">
                <a:solidFill>
                  <a:srgbClr val="B4432B"/>
                </a:solidFill>
                <a:latin typeface="Segoe UI Emoji"/>
                <a:ea typeface="Segoe UI Emoji"/>
                <a:cs typeface="Segoe UI Emoji"/>
              </a:rPr>
              <a:t>🙂</a:t>
            </a:r>
            <a:r>
              <a:rPr sz="1100" b="1" i="0" spc="160">
                <a:solidFill>
                  <a:srgbClr val="B4432B"/>
                </a:solidFill>
                <a:latin typeface="Arial"/>
                <a:ea typeface="微软雅黑"/>
              </a:rPr>
              <a:t> 核对注28：Editable callout </a:t>
            </a:r>
            <a:r>
              <a:rPr sz="1100" b="1" i="0" spc="160">
                <a:solidFill>
                  <a:srgbClr val="B4432B"/>
                </a:solidFill>
                <a:latin typeface="Segoe UI Emoji"/>
                <a:ea typeface="Segoe UI Emoji"/>
                <a:cs typeface="Segoe UI Emoji"/>
              </a:rPr>
              <a:t>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ellipse"/>
          <p:cNvSpPr/>
          <p:nvPr/>
        </p:nvSpPr>
        <p:spPr>
          <a:xfrm>
            <a:off x="7670800" y="-2341880"/>
            <a:ext cx="6604000" cy="6604000"/>
          </a:xfrm>
          <a:prstGeom prst="ellipse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mbient-ellipse"/>
          <p:cNvSpPr/>
          <p:nvPr/>
        </p:nvSpPr>
        <p:spPr>
          <a:xfrm>
            <a:off x="8496300" y="-1516380"/>
            <a:ext cx="4953000" cy="4953000"/>
          </a:xfrm>
          <a:prstGeom prst="ellipse">
            <a:avLst/>
          </a:prstGeom>
          <a:solidFill>
            <a:srgbClr val="F9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mbient-ellipse"/>
          <p:cNvSpPr/>
          <p:nvPr/>
        </p:nvSpPr>
        <p:spPr>
          <a:xfrm>
            <a:off x="9321800" y="-690880"/>
            <a:ext cx="3302000" cy="3302000"/>
          </a:xfrm>
          <a:prstGeom prst="ellipse">
            <a:avLst/>
          </a:prstGeom>
          <a:solidFill>
            <a:srgbClr val="F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mbient-ellipse"/>
          <p:cNvSpPr/>
          <p:nvPr/>
        </p:nvSpPr>
        <p:spPr>
          <a:xfrm>
            <a:off x="10147300" y="134620"/>
            <a:ext cx="1651000" cy="1651000"/>
          </a:xfrm>
          <a:prstGeom prst="ellipse">
            <a:avLst/>
          </a:prstGeom>
          <a:solidFill>
            <a:srgbClr val="F7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mbient-rect"/>
          <p:cNvSpPr/>
          <p:nvPr/>
        </p:nvSpPr>
        <p:spPr>
          <a:xfrm>
            <a:off x="6092825" y="0"/>
            <a:ext cx="6350" cy="6858000"/>
          </a:xfrm>
          <a:prstGeom prst="rect">
            <a:avLst/>
          </a:prstGeom>
          <a:solidFill>
            <a:srgbClr val="E9E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mbient-rect"/>
          <p:cNvSpPr/>
          <p:nvPr/>
        </p:nvSpPr>
        <p:spPr>
          <a:xfrm>
            <a:off x="0" y="0"/>
            <a:ext cx="1706880" cy="50800"/>
          </a:xfrm>
          <a:prstGeom prst="rect">
            <a:avLst/>
          </a:prstGeom>
          <a:solidFill>
            <a:srgbClr val="B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711175"/>
            <a:ext cx="5120640" cy="11658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</a:pPr>
            <a:r>
              <a:rPr sz="3400" b="0" i="0">
                <a:solidFill>
                  <a:srgbClr val="1A1917"/>
                </a:solidFill>
                <a:latin typeface="Georgia"/>
                <a:ea typeface="宋体"/>
              </a:rPr>
              <a:t>验收29 · Slide29 </a:t>
            </a:r>
            <a:r>
              <a:rPr sz="3400" b="0" i="0">
                <a:solidFill>
                  <a:srgbClr val="1A1917"/>
                </a:solidFill>
                <a:latin typeface="Segoe UI Emoji"/>
                <a:ea typeface="Segoe UI Emoji"/>
                <a:cs typeface="Segoe UI Emoji"/>
              </a:rPr>
              <a:t>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57400"/>
            <a:ext cx="5120640" cy="401193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228600" indent="-228600">
              <a:lnSpc>
                <a:spcPct val="162000"/>
              </a:lnSpc>
              <a:buClr>
                <a:srgbClr val="B4432B"/>
              </a:buClr>
              <a:buFont typeface="Arial"/>
              <a:buChar char="—"/>
            </a:pPr>
            <a:r>
              <a:rPr sz="1600" b="0" i="0">
                <a:solidFill>
                  <a:srgbClr val="4A463E"/>
                </a:solidFill>
                <a:latin typeface="Arial"/>
                <a:ea typeface="微软雅黑"/>
              </a:rPr>
              <a:t>第29页中文要点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B4432B"/>
              </a:buClr>
              <a:buFont typeface="Arial"/>
              <a:buChar char="—"/>
            </a:pPr>
            <a:r>
              <a:rPr sz="1600" b="0" i="0">
                <a:solidFill>
                  <a:srgbClr val="4A463E"/>
                </a:solidFill>
                <a:latin typeface="Arial"/>
                <a:ea typeface="微软雅黑"/>
              </a:rPr>
              <a:t>Editable bullet 29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B4432B"/>
              </a:buClr>
              <a:buFont typeface="Arial"/>
              <a:buChar char="—"/>
            </a:pPr>
            <a:r>
              <a:rPr sz="1600" b="0" i="0">
                <a:solidFill>
                  <a:srgbClr val="4A463E"/>
                </a:solidFill>
                <a:latin typeface="Arial"/>
                <a:ea typeface="微软雅黑"/>
              </a:rPr>
              <a:t>Unicode </a:t>
            </a:r>
            <a:r>
              <a:rPr sz="1600" b="0" i="0">
                <a:solidFill>
                  <a:srgbClr val="4A463E"/>
                </a:solidFill>
                <a:latin typeface="Segoe UI Emoji"/>
                <a:ea typeface="Segoe UI Emoji"/>
                <a:cs typeface="Segoe UI Emoji"/>
              </a:rPr>
              <a:t>🙂🚀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44640" y="711175"/>
            <a:ext cx="4632960" cy="5435651"/>
          </a:xfrm>
          <a:prstGeom prst="rect">
            <a:avLst/>
          </a:prstGeom>
          <a:solidFill>
            <a:srgbClr val="F0E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3142" y="928601"/>
            <a:ext cx="2594458" cy="1848121"/>
          </a:xfrm>
          <a:prstGeom prst="ellipse">
            <a:avLst/>
          </a:prstGeom>
          <a:solidFill>
            <a:srgbClr val="E3C1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239098" y="1254740"/>
            <a:ext cx="1667866" cy="1087130"/>
          </a:xfrm>
          <a:prstGeom prst="ellipse">
            <a:avLst/>
          </a:prstGeom>
          <a:solidFill>
            <a:srgbClr val="DDB0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6644640" y="2885435"/>
            <a:ext cx="4632960" cy="3261390"/>
          </a:xfrm>
          <a:custGeom>
            <a:avLst/>
            <a:gdLst/>
            <a:ahLst/>
            <a:cxnLst/>
            <a:rect l="l" t="t" r="r" b="b"/>
            <a:pathLst>
              <a:path w="4632960" h="3261390">
                <a:moveTo>
                  <a:pt x="0" y="2065547"/>
                </a:moveTo>
                <a:lnTo>
                  <a:pt x="1575206" y="652278"/>
                </a:lnTo>
                <a:lnTo>
                  <a:pt x="2687117" y="1630695"/>
                </a:lnTo>
                <a:lnTo>
                  <a:pt x="4632960" y="0"/>
                </a:lnTo>
                <a:lnTo>
                  <a:pt x="4632960" y="3261390"/>
                </a:lnTo>
                <a:lnTo>
                  <a:pt x="0" y="3261390"/>
                </a:lnTo>
                <a:close/>
              </a:path>
            </a:pathLst>
          </a:custGeom>
          <a:solidFill>
            <a:srgbClr val="E6CA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15277" y="5385834"/>
            <a:ext cx="833933" cy="65228"/>
          </a:xfrm>
          <a:prstGeom prst="rect">
            <a:avLst/>
          </a:prstGeom>
          <a:solidFill>
            <a:srgbClr val="B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ellipse"/>
          <p:cNvSpPr/>
          <p:nvPr/>
        </p:nvSpPr>
        <p:spPr>
          <a:xfrm>
            <a:off x="7670800" y="-2341880"/>
            <a:ext cx="6604000" cy="6604000"/>
          </a:xfrm>
          <a:prstGeom prst="ellipse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mbient-ellipse"/>
          <p:cNvSpPr/>
          <p:nvPr/>
        </p:nvSpPr>
        <p:spPr>
          <a:xfrm>
            <a:off x="8496300" y="-1516380"/>
            <a:ext cx="4953000" cy="4953000"/>
          </a:xfrm>
          <a:prstGeom prst="ellipse">
            <a:avLst/>
          </a:prstGeom>
          <a:solidFill>
            <a:srgbClr val="F9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mbient-ellipse"/>
          <p:cNvSpPr/>
          <p:nvPr/>
        </p:nvSpPr>
        <p:spPr>
          <a:xfrm>
            <a:off x="9321800" y="-690880"/>
            <a:ext cx="3302000" cy="3302000"/>
          </a:xfrm>
          <a:prstGeom prst="ellipse">
            <a:avLst/>
          </a:prstGeom>
          <a:solidFill>
            <a:srgbClr val="F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mbient-ellipse"/>
          <p:cNvSpPr/>
          <p:nvPr/>
        </p:nvSpPr>
        <p:spPr>
          <a:xfrm>
            <a:off x="10147300" y="134620"/>
            <a:ext cx="1651000" cy="1651000"/>
          </a:xfrm>
          <a:prstGeom prst="ellipse">
            <a:avLst/>
          </a:prstGeom>
          <a:solidFill>
            <a:srgbClr val="F7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mbient-rect"/>
          <p:cNvSpPr/>
          <p:nvPr/>
        </p:nvSpPr>
        <p:spPr>
          <a:xfrm>
            <a:off x="6092825" y="0"/>
            <a:ext cx="6350" cy="6858000"/>
          </a:xfrm>
          <a:prstGeom prst="rect">
            <a:avLst/>
          </a:prstGeom>
          <a:solidFill>
            <a:srgbClr val="E9E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mbient-rect"/>
          <p:cNvSpPr/>
          <p:nvPr/>
        </p:nvSpPr>
        <p:spPr>
          <a:xfrm>
            <a:off x="0" y="0"/>
            <a:ext cx="1706880" cy="50800"/>
          </a:xfrm>
          <a:prstGeom prst="rect">
            <a:avLst/>
          </a:prstGeom>
          <a:solidFill>
            <a:srgbClr val="B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711175"/>
            <a:ext cx="4632960" cy="5435651"/>
          </a:xfrm>
          <a:prstGeom prst="rect">
            <a:avLst/>
          </a:prstGeom>
          <a:solidFill>
            <a:srgbClr val="F0E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952902" y="928601"/>
            <a:ext cx="2594458" cy="1848121"/>
          </a:xfrm>
          <a:prstGeom prst="ellipse">
            <a:avLst/>
          </a:prstGeom>
          <a:solidFill>
            <a:srgbClr val="E3C1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508858" y="1254740"/>
            <a:ext cx="1667866" cy="1087130"/>
          </a:xfrm>
          <a:prstGeom prst="ellipse">
            <a:avLst/>
          </a:prstGeom>
          <a:solidFill>
            <a:srgbClr val="DDB0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914400" y="2885435"/>
            <a:ext cx="4632960" cy="3261390"/>
          </a:xfrm>
          <a:custGeom>
            <a:avLst/>
            <a:gdLst/>
            <a:ahLst/>
            <a:cxnLst/>
            <a:rect l="l" t="t" r="r" b="b"/>
            <a:pathLst>
              <a:path w="4632960" h="3261390">
                <a:moveTo>
                  <a:pt x="0" y="2065547"/>
                </a:moveTo>
                <a:lnTo>
                  <a:pt x="1575206" y="652278"/>
                </a:lnTo>
                <a:lnTo>
                  <a:pt x="2687117" y="1630695"/>
                </a:lnTo>
                <a:lnTo>
                  <a:pt x="4632960" y="0"/>
                </a:lnTo>
                <a:lnTo>
                  <a:pt x="4632960" y="3261390"/>
                </a:lnTo>
                <a:lnTo>
                  <a:pt x="0" y="3261390"/>
                </a:lnTo>
                <a:close/>
              </a:path>
            </a:pathLst>
          </a:custGeom>
          <a:solidFill>
            <a:srgbClr val="E6CA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85037" y="5385834"/>
            <a:ext cx="833933" cy="65228"/>
          </a:xfrm>
          <a:prstGeom prst="rect">
            <a:avLst/>
          </a:prstGeom>
          <a:solidFill>
            <a:srgbClr val="B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56960" y="711175"/>
            <a:ext cx="5120640" cy="11658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</a:pPr>
            <a:r>
              <a:rPr sz="3400" b="0" i="0">
                <a:solidFill>
                  <a:srgbClr val="1A1917"/>
                </a:solidFill>
                <a:latin typeface="Georgia"/>
                <a:ea typeface="宋体"/>
              </a:rPr>
              <a:t>验收30 · Slide30 </a:t>
            </a:r>
            <a:r>
              <a:rPr sz="3400" b="0" i="0">
                <a:solidFill>
                  <a:srgbClr val="1A1917"/>
                </a:solidFill>
                <a:latin typeface="Segoe UI Emoji"/>
                <a:ea typeface="Segoe UI Emoji"/>
                <a:cs typeface="Segoe UI Emoji"/>
              </a:rPr>
              <a:t>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56960" y="2057400"/>
            <a:ext cx="5120640" cy="401193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228600" indent="-228600">
              <a:lnSpc>
                <a:spcPct val="162000"/>
              </a:lnSpc>
              <a:buClr>
                <a:srgbClr val="B4432B"/>
              </a:buClr>
              <a:buFont typeface="Arial"/>
              <a:buChar char="—"/>
            </a:pPr>
            <a:r>
              <a:rPr sz="1600" b="0" i="0">
                <a:solidFill>
                  <a:srgbClr val="4A463E"/>
                </a:solidFill>
                <a:latin typeface="Arial"/>
                <a:ea typeface="微软雅黑"/>
              </a:rPr>
              <a:t>第30页中文要点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B4432B"/>
              </a:buClr>
              <a:buFont typeface="Arial"/>
              <a:buChar char="—"/>
            </a:pPr>
            <a:r>
              <a:rPr sz="1600" b="0" i="0">
                <a:solidFill>
                  <a:srgbClr val="4A463E"/>
                </a:solidFill>
                <a:latin typeface="Arial"/>
                <a:ea typeface="微软雅黑"/>
              </a:rPr>
              <a:t>Editable bullet 30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B4432B"/>
              </a:buClr>
              <a:buFont typeface="Arial"/>
              <a:buChar char="—"/>
            </a:pPr>
            <a:r>
              <a:rPr sz="1600" b="0" i="0">
                <a:solidFill>
                  <a:srgbClr val="4A463E"/>
                </a:solidFill>
                <a:latin typeface="Arial"/>
                <a:ea typeface="微软雅黑"/>
              </a:rPr>
              <a:t>Unicode </a:t>
            </a:r>
            <a:r>
              <a:rPr sz="1600" b="0" i="0">
                <a:solidFill>
                  <a:srgbClr val="4A463E"/>
                </a:solidFill>
                <a:latin typeface="Segoe UI Emoji"/>
                <a:ea typeface="Segoe UI Emoji"/>
                <a:cs typeface="Segoe UI Emoji"/>
              </a:rPr>
              <a:t>🙂🚀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ellipse"/>
          <p:cNvSpPr/>
          <p:nvPr/>
        </p:nvSpPr>
        <p:spPr>
          <a:xfrm>
            <a:off x="7670800" y="-2341880"/>
            <a:ext cx="6604000" cy="6604000"/>
          </a:xfrm>
          <a:prstGeom prst="ellipse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mbient-ellipse"/>
          <p:cNvSpPr/>
          <p:nvPr/>
        </p:nvSpPr>
        <p:spPr>
          <a:xfrm>
            <a:off x="8496300" y="-1516380"/>
            <a:ext cx="4953000" cy="4953000"/>
          </a:xfrm>
          <a:prstGeom prst="ellipse">
            <a:avLst/>
          </a:prstGeom>
          <a:solidFill>
            <a:srgbClr val="F9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mbient-ellipse"/>
          <p:cNvSpPr/>
          <p:nvPr/>
        </p:nvSpPr>
        <p:spPr>
          <a:xfrm>
            <a:off x="9321800" y="-690880"/>
            <a:ext cx="3302000" cy="3302000"/>
          </a:xfrm>
          <a:prstGeom prst="ellipse">
            <a:avLst/>
          </a:prstGeom>
          <a:solidFill>
            <a:srgbClr val="F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mbient-ellipse"/>
          <p:cNvSpPr/>
          <p:nvPr/>
        </p:nvSpPr>
        <p:spPr>
          <a:xfrm>
            <a:off x="10147300" y="134620"/>
            <a:ext cx="1651000" cy="1651000"/>
          </a:xfrm>
          <a:prstGeom prst="ellipse">
            <a:avLst/>
          </a:prstGeom>
          <a:solidFill>
            <a:srgbClr val="F7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mbient-rect"/>
          <p:cNvSpPr/>
          <p:nvPr/>
        </p:nvSpPr>
        <p:spPr>
          <a:xfrm>
            <a:off x="0" y="0"/>
            <a:ext cx="1706880" cy="50800"/>
          </a:xfrm>
          <a:prstGeom prst="rect">
            <a:avLst/>
          </a:prstGeom>
          <a:solidFill>
            <a:srgbClr val="B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1584198"/>
            <a:ext cx="10363200" cy="13030"/>
          </a:xfrm>
          <a:prstGeom prst="rect">
            <a:avLst/>
          </a:prstGeom>
          <a:solidFill>
            <a:srgbClr val="E2DC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88685" y="1865376"/>
            <a:ext cx="14630" cy="4203954"/>
          </a:xfrm>
          <a:prstGeom prst="rect">
            <a:avLst/>
          </a:prstGeom>
          <a:solidFill>
            <a:srgbClr val="E2DC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711175"/>
            <a:ext cx="10363200" cy="78867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</a:pPr>
            <a:r>
              <a:rPr sz="3400" b="0" i="0">
                <a:solidFill>
                  <a:srgbClr val="1A1917"/>
                </a:solidFill>
                <a:latin typeface="Georgia"/>
                <a:ea typeface="宋体"/>
              </a:rPr>
              <a:t>验收31 · Slide31 </a:t>
            </a:r>
            <a:r>
              <a:rPr sz="3400" b="0" i="0">
                <a:solidFill>
                  <a:srgbClr val="1A1917"/>
                </a:solidFill>
                <a:latin typeface="Segoe UI Emoji"/>
                <a:ea typeface="Segoe UI Emoji"/>
                <a:cs typeface="Segoe UI Emoji"/>
              </a:rPr>
              <a:t>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865376"/>
            <a:ext cx="4876800" cy="5143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45000"/>
              </a:lnSpc>
            </a:pPr>
            <a:r>
              <a:rPr sz="1900" b="1" i="0">
                <a:solidFill>
                  <a:srgbClr val="4A463E"/>
                </a:solidFill>
                <a:latin typeface="Arial"/>
                <a:ea typeface="微软雅黑"/>
              </a:rPr>
              <a:t>我们的优势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523744"/>
            <a:ext cx="4876800" cy="35455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228600" indent="-228600">
              <a:lnSpc>
                <a:spcPct val="162000"/>
              </a:lnSpc>
              <a:buClr>
                <a:srgbClr val="B4432B"/>
              </a:buClr>
              <a:buFont typeface="Arial"/>
              <a:buChar char="—"/>
            </a:pPr>
            <a:r>
              <a:rPr sz="1600" b="0" i="0">
                <a:solidFill>
                  <a:srgbClr val="4A463E"/>
                </a:solidFill>
                <a:latin typeface="Arial"/>
                <a:ea typeface="微软雅黑"/>
              </a:rPr>
              <a:t>第31页中文要点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B4432B"/>
              </a:buClr>
              <a:buFont typeface="Arial"/>
              <a:buChar char="—"/>
            </a:pPr>
            <a:r>
              <a:rPr sz="1600" b="0" i="0">
                <a:solidFill>
                  <a:srgbClr val="4A463E"/>
                </a:solidFill>
                <a:latin typeface="Arial"/>
                <a:ea typeface="微软雅黑"/>
              </a:rPr>
              <a:t>Editable bullet 31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B4432B"/>
              </a:buClr>
              <a:buFont typeface="Arial"/>
              <a:buChar char="—"/>
            </a:pPr>
            <a:r>
              <a:rPr sz="1600" b="0" i="0">
                <a:solidFill>
                  <a:srgbClr val="4A463E"/>
                </a:solidFill>
                <a:latin typeface="Arial"/>
                <a:ea typeface="微软雅黑"/>
              </a:rPr>
              <a:t>Unicode </a:t>
            </a:r>
            <a:r>
              <a:rPr sz="1600" b="0" i="0">
                <a:solidFill>
                  <a:srgbClr val="4A463E"/>
                </a:solidFill>
                <a:latin typeface="Segoe UI Emoji"/>
                <a:ea typeface="Segoe UI Emoji"/>
                <a:cs typeface="Segoe UI Emoji"/>
              </a:rPr>
              <a:t>🙂🚀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865376"/>
            <a:ext cx="4876800" cy="5143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45000"/>
              </a:lnSpc>
            </a:pPr>
            <a:r>
              <a:rPr sz="1900" b="1" i="0">
                <a:solidFill>
                  <a:srgbClr val="4A463E"/>
                </a:solidFill>
                <a:latin typeface="Arial"/>
                <a:ea typeface="微软雅黑"/>
              </a:rPr>
              <a:t>面临的压力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523744"/>
            <a:ext cx="4876800" cy="35455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228600" indent="-228600">
              <a:lnSpc>
                <a:spcPct val="162000"/>
              </a:lnSpc>
              <a:buClr>
                <a:srgbClr val="B4432B"/>
              </a:buClr>
              <a:buFont typeface="Arial"/>
              <a:buChar char="—"/>
            </a:pPr>
            <a:r>
              <a:rPr sz="1600" b="0" i="0">
                <a:solidFill>
                  <a:srgbClr val="4A463E"/>
                </a:solidFill>
                <a:latin typeface="Arial"/>
                <a:ea typeface="微软雅黑"/>
              </a:rPr>
              <a:t>第31页中文要点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B4432B"/>
              </a:buClr>
              <a:buFont typeface="Arial"/>
              <a:buChar char="—"/>
            </a:pPr>
            <a:r>
              <a:rPr sz="1600" b="0" i="0">
                <a:solidFill>
                  <a:srgbClr val="4A463E"/>
                </a:solidFill>
                <a:latin typeface="Arial"/>
                <a:ea typeface="微软雅黑"/>
              </a:rPr>
              <a:t>Editable bullet 31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B4432B"/>
              </a:buClr>
              <a:buFont typeface="Arial"/>
              <a:buChar char="—"/>
            </a:pPr>
            <a:r>
              <a:rPr sz="1600" b="0" i="0">
                <a:solidFill>
                  <a:srgbClr val="4A463E"/>
                </a:solidFill>
                <a:latin typeface="Arial"/>
                <a:ea typeface="微软雅黑"/>
              </a:rPr>
              <a:t>Unicode </a:t>
            </a:r>
            <a:r>
              <a:rPr sz="1600" b="0" i="0">
                <a:solidFill>
                  <a:srgbClr val="4A463E"/>
                </a:solidFill>
                <a:latin typeface="Segoe UI Emoji"/>
                <a:ea typeface="Segoe UI Emoji"/>
                <a:cs typeface="Segoe UI Emoji"/>
              </a:rPr>
              <a:t>🙂🚀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ellipse"/>
          <p:cNvSpPr/>
          <p:nvPr/>
        </p:nvSpPr>
        <p:spPr>
          <a:xfrm>
            <a:off x="7670800" y="-2341880"/>
            <a:ext cx="6604000" cy="6604000"/>
          </a:xfrm>
          <a:prstGeom prst="ellipse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mbient-ellipse"/>
          <p:cNvSpPr/>
          <p:nvPr/>
        </p:nvSpPr>
        <p:spPr>
          <a:xfrm>
            <a:off x="8496300" y="-1516380"/>
            <a:ext cx="4953000" cy="4953000"/>
          </a:xfrm>
          <a:prstGeom prst="ellipse">
            <a:avLst/>
          </a:prstGeom>
          <a:solidFill>
            <a:srgbClr val="F9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mbient-ellipse"/>
          <p:cNvSpPr/>
          <p:nvPr/>
        </p:nvSpPr>
        <p:spPr>
          <a:xfrm>
            <a:off x="9321800" y="-690880"/>
            <a:ext cx="3302000" cy="3302000"/>
          </a:xfrm>
          <a:prstGeom prst="ellipse">
            <a:avLst/>
          </a:prstGeom>
          <a:solidFill>
            <a:srgbClr val="F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mbient-ellipse"/>
          <p:cNvSpPr/>
          <p:nvPr/>
        </p:nvSpPr>
        <p:spPr>
          <a:xfrm>
            <a:off x="10147300" y="134620"/>
            <a:ext cx="1651000" cy="1651000"/>
          </a:xfrm>
          <a:prstGeom prst="ellipse">
            <a:avLst/>
          </a:prstGeom>
          <a:solidFill>
            <a:srgbClr val="F7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mbient-rect"/>
          <p:cNvSpPr/>
          <p:nvPr/>
        </p:nvSpPr>
        <p:spPr>
          <a:xfrm>
            <a:off x="0" y="0"/>
            <a:ext cx="1706880" cy="50800"/>
          </a:xfrm>
          <a:prstGeom prst="rect">
            <a:avLst/>
          </a:prstGeom>
          <a:solidFill>
            <a:srgbClr val="B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711175"/>
            <a:ext cx="10363200" cy="78867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</a:pPr>
            <a:r>
              <a:rPr sz="3400" b="0" i="0">
                <a:solidFill>
                  <a:srgbClr val="1A1917"/>
                </a:solidFill>
                <a:latin typeface="Georgia"/>
                <a:ea typeface="宋体"/>
              </a:rPr>
              <a:t>验收32 · Slide32 </a:t>
            </a:r>
            <a:r>
              <a:rPr sz="3400" b="0" i="0">
                <a:solidFill>
                  <a:srgbClr val="1A1917"/>
                </a:solidFill>
                <a:latin typeface="Segoe UI Emoji"/>
                <a:ea typeface="Segoe UI Emoji"/>
                <a:cs typeface="Segoe UI Emoji"/>
              </a:rPr>
              <a:t>🙂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914400" y="1865376"/>
          <a:ext cx="10363200" cy="41148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454400"/>
                <a:gridCol w="3454400"/>
                <a:gridCol w="3454400"/>
              </a:tblGrid>
              <a:tr h="137160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A1917"/>
                          </a:solidFill>
                          <a:latin typeface="Arial"/>
                          <a:ea typeface="微软雅黑"/>
                        </a:rPr>
                        <a:t>核对项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>
                      <a:solidFill>
                        <a:srgbClr val="B4432B"/>
                      </a:solidFill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A1917"/>
                          </a:solidFill>
                          <a:latin typeface="Arial"/>
                          <a:ea typeface="微软雅黑"/>
                        </a:rPr>
                        <a:t>值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>
                      <a:solidFill>
                        <a:srgbClr val="B4432B"/>
                      </a:solidFill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A1917"/>
                          </a:solidFill>
                          <a:latin typeface="Arial"/>
                          <a:ea typeface="微软雅黑"/>
                        </a:rPr>
                        <a:t>English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>
                      <a:solidFill>
                        <a:srgbClr val="B4432B"/>
                      </a:solidFill>
                    </a:lnB>
                    <a:solidFill>
                      <a:srgbClr val="FBFAF6"/>
                    </a:solidFill>
                  </a:tcPr>
                </a:tc>
              </a:tr>
              <a:tr h="13716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4A463E"/>
                          </a:solidFill>
                          <a:latin typeface="Arial"/>
                          <a:ea typeface="微软雅黑"/>
                        </a:rPr>
                        <a:t>第32页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E2DCD0"/>
                      </a:solidFill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4A463E"/>
                          </a:solidFill>
                          <a:latin typeface="Arial"/>
                          <a:ea typeface="微软雅黑"/>
                        </a:rPr>
                        <a:t>123.50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E2DCD0"/>
                      </a:solidFill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4A463E"/>
                          </a:solidFill>
                          <a:latin typeface="Arial"/>
                          <a:ea typeface="微软雅黑"/>
                        </a:rPr>
                        <a:t>Editable cell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E2DCD0"/>
                      </a:solidFill>
                    </a:lnB>
                    <a:solidFill>
                      <a:srgbClr val="FBFAF6"/>
                    </a:solidFill>
                  </a:tcPr>
                </a:tc>
              </a:tr>
              <a:tr h="13716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4A463E"/>
                          </a:solidFill>
                          <a:latin typeface="Arial"/>
                          <a:ea typeface="微软雅黑"/>
                        </a:rPr>
                        <a:t>中文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E2DCD0"/>
                      </a:solidFill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4A463E"/>
                          </a:solidFill>
                          <a:latin typeface="Arial"/>
                          <a:ea typeface="微软雅黑"/>
                        </a:rPr>
                        <a:t>ID-32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E2DCD0"/>
                      </a:solidFill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4A463E"/>
                          </a:solidFill>
                          <a:latin typeface="Arial"/>
                          <a:ea typeface="微软雅黑"/>
                        </a:rPr>
                        <a:t>🙂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E2DCD0"/>
                      </a:solidFill>
                    </a:lnB>
                    <a:solidFill>
                      <a:srgbClr val="FBFA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ellipse"/>
          <p:cNvSpPr/>
          <p:nvPr/>
        </p:nvSpPr>
        <p:spPr>
          <a:xfrm>
            <a:off x="7670800" y="-2341880"/>
            <a:ext cx="6604000" cy="6604000"/>
          </a:xfrm>
          <a:prstGeom prst="ellipse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mbient-ellipse"/>
          <p:cNvSpPr/>
          <p:nvPr/>
        </p:nvSpPr>
        <p:spPr>
          <a:xfrm>
            <a:off x="8496300" y="-1516380"/>
            <a:ext cx="4953000" cy="4953000"/>
          </a:xfrm>
          <a:prstGeom prst="ellipse">
            <a:avLst/>
          </a:prstGeom>
          <a:solidFill>
            <a:srgbClr val="F9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mbient-ellipse"/>
          <p:cNvSpPr/>
          <p:nvPr/>
        </p:nvSpPr>
        <p:spPr>
          <a:xfrm>
            <a:off x="9321800" y="-690880"/>
            <a:ext cx="3302000" cy="3302000"/>
          </a:xfrm>
          <a:prstGeom prst="ellipse">
            <a:avLst/>
          </a:prstGeom>
          <a:solidFill>
            <a:srgbClr val="F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mbient-ellipse"/>
          <p:cNvSpPr/>
          <p:nvPr/>
        </p:nvSpPr>
        <p:spPr>
          <a:xfrm>
            <a:off x="10147300" y="134620"/>
            <a:ext cx="1651000" cy="1651000"/>
          </a:xfrm>
          <a:prstGeom prst="ellipse">
            <a:avLst/>
          </a:prstGeom>
          <a:solidFill>
            <a:srgbClr val="F7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mbient-rect"/>
          <p:cNvSpPr/>
          <p:nvPr/>
        </p:nvSpPr>
        <p:spPr>
          <a:xfrm>
            <a:off x="0" y="0"/>
            <a:ext cx="1706880" cy="50800"/>
          </a:xfrm>
          <a:prstGeom prst="rect">
            <a:avLst/>
          </a:prstGeom>
          <a:solidFill>
            <a:srgbClr val="B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3600450"/>
            <a:ext cx="10363200" cy="13030"/>
          </a:xfrm>
          <a:prstGeom prst="rect">
            <a:avLst/>
          </a:prstGeom>
          <a:solidFill>
            <a:srgbClr val="E2DC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371600"/>
            <a:ext cx="4876800" cy="342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50000"/>
              </a:lnSpc>
            </a:pPr>
            <a:r>
              <a:rPr sz="1100" b="1" i="0" spc="160">
                <a:solidFill>
                  <a:srgbClr val="B4432B"/>
                </a:solidFill>
                <a:latin typeface="Arial"/>
                <a:ea typeface="微软雅黑"/>
              </a:rPr>
              <a:t>结论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783080"/>
            <a:ext cx="8534400" cy="1714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2000"/>
              </a:lnSpc>
            </a:pPr>
            <a:r>
              <a:rPr sz="5400" b="0" i="0">
                <a:solidFill>
                  <a:srgbClr val="1A1917"/>
                </a:solidFill>
                <a:latin typeface="Georgia"/>
                <a:ea typeface="宋体"/>
              </a:rPr>
              <a:t>验收33 · Slide33 </a:t>
            </a:r>
            <a:r>
              <a:rPr sz="5400" b="0" i="0">
                <a:solidFill>
                  <a:srgbClr val="1A1917"/>
                </a:solidFill>
                <a:latin typeface="Segoe UI Emoji"/>
                <a:ea typeface="Segoe UI Emoji"/>
                <a:cs typeface="Segoe UI Emoji"/>
              </a:rPr>
              <a:t>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71900"/>
            <a:ext cx="8778240" cy="21945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228600" indent="-228600">
              <a:lnSpc>
                <a:spcPct val="162000"/>
              </a:lnSpc>
              <a:buClr>
                <a:srgbClr val="B4432B"/>
              </a:buClr>
              <a:buFont typeface="Arial"/>
              <a:buChar char="—"/>
            </a:pPr>
            <a:r>
              <a:rPr sz="1600" b="0" i="0">
                <a:solidFill>
                  <a:srgbClr val="4A463E"/>
                </a:solidFill>
                <a:latin typeface="Arial"/>
                <a:ea typeface="微软雅黑"/>
              </a:rPr>
              <a:t>第33页中文要点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B4432B"/>
              </a:buClr>
              <a:buFont typeface="Arial"/>
              <a:buChar char="—"/>
            </a:pPr>
            <a:r>
              <a:rPr sz="1600" b="0" i="0">
                <a:solidFill>
                  <a:srgbClr val="4A463E"/>
                </a:solidFill>
                <a:latin typeface="Arial"/>
                <a:ea typeface="微软雅黑"/>
              </a:rPr>
              <a:t>Editable bullet 33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B4432B"/>
              </a:buClr>
              <a:buFont typeface="Arial"/>
              <a:buChar char="—"/>
            </a:pPr>
            <a:r>
              <a:rPr sz="1600" b="0" i="0">
                <a:solidFill>
                  <a:srgbClr val="4A463E"/>
                </a:solidFill>
                <a:latin typeface="Arial"/>
                <a:ea typeface="微软雅黑"/>
              </a:rPr>
              <a:t>Unicode </a:t>
            </a:r>
            <a:r>
              <a:rPr sz="1600" b="0" i="0">
                <a:solidFill>
                  <a:srgbClr val="4A463E"/>
                </a:solidFill>
                <a:latin typeface="Segoe UI Emoji"/>
                <a:ea typeface="Segoe UI Emoji"/>
                <a:cs typeface="Segoe UI Emoji"/>
              </a:rPr>
              <a:t>🙂🚀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ellipse"/>
          <p:cNvSpPr/>
          <p:nvPr/>
        </p:nvSpPr>
        <p:spPr>
          <a:xfrm>
            <a:off x="7670800" y="-2341880"/>
            <a:ext cx="6604000" cy="6604000"/>
          </a:xfrm>
          <a:prstGeom prst="ellipse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mbient-ellipse"/>
          <p:cNvSpPr/>
          <p:nvPr/>
        </p:nvSpPr>
        <p:spPr>
          <a:xfrm>
            <a:off x="8496300" y="-1516380"/>
            <a:ext cx="4953000" cy="4953000"/>
          </a:xfrm>
          <a:prstGeom prst="ellipse">
            <a:avLst/>
          </a:prstGeom>
          <a:solidFill>
            <a:srgbClr val="F9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mbient-ellipse"/>
          <p:cNvSpPr/>
          <p:nvPr/>
        </p:nvSpPr>
        <p:spPr>
          <a:xfrm>
            <a:off x="9321800" y="-690880"/>
            <a:ext cx="3302000" cy="3302000"/>
          </a:xfrm>
          <a:prstGeom prst="ellipse">
            <a:avLst/>
          </a:prstGeom>
          <a:solidFill>
            <a:srgbClr val="F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mbient-ellipse"/>
          <p:cNvSpPr/>
          <p:nvPr/>
        </p:nvSpPr>
        <p:spPr>
          <a:xfrm>
            <a:off x="10147300" y="134620"/>
            <a:ext cx="1651000" cy="1651000"/>
          </a:xfrm>
          <a:prstGeom prst="ellipse">
            <a:avLst/>
          </a:prstGeom>
          <a:solidFill>
            <a:srgbClr val="F7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mbient-rect"/>
          <p:cNvSpPr/>
          <p:nvPr/>
        </p:nvSpPr>
        <p:spPr>
          <a:xfrm>
            <a:off x="0" y="0"/>
            <a:ext cx="1706880" cy="50800"/>
          </a:xfrm>
          <a:prstGeom prst="rect">
            <a:avLst/>
          </a:prstGeom>
          <a:solidFill>
            <a:srgbClr val="B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mbient-rect"/>
          <p:cNvSpPr/>
          <p:nvPr/>
        </p:nvSpPr>
        <p:spPr>
          <a:xfrm>
            <a:off x="10871200" y="6591300"/>
            <a:ext cx="1066800" cy="12700"/>
          </a:xfrm>
          <a:prstGeom prst="rect">
            <a:avLst/>
          </a:prstGeom>
          <a:solidFill>
            <a:srgbClr val="E2BA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mbient-rect"/>
          <p:cNvSpPr/>
          <p:nvPr/>
        </p:nvSpPr>
        <p:spPr>
          <a:xfrm>
            <a:off x="11925300" y="5537200"/>
            <a:ext cx="12700" cy="1066800"/>
          </a:xfrm>
          <a:prstGeom prst="rect">
            <a:avLst/>
          </a:prstGeom>
          <a:solidFill>
            <a:srgbClr val="E2BA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057400"/>
            <a:ext cx="6705600" cy="342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50000"/>
              </a:lnSpc>
            </a:pPr>
            <a:r>
              <a:rPr sz="1100" b="1" i="0" spc="160">
                <a:solidFill>
                  <a:srgbClr val="B4432B"/>
                </a:solidFill>
                <a:latin typeface="Arial"/>
                <a:ea typeface="微软雅黑"/>
              </a:rPr>
              <a:t>年度业务复盘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03170"/>
            <a:ext cx="8778240" cy="1714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2000"/>
              </a:lnSpc>
            </a:pPr>
            <a:r>
              <a:rPr sz="5400" b="0" i="0">
                <a:solidFill>
                  <a:srgbClr val="1A1917"/>
                </a:solidFill>
                <a:latin typeface="Georgia"/>
                <a:ea typeface="宋体"/>
              </a:rPr>
              <a:t>验收34 · Slide34 </a:t>
            </a:r>
            <a:r>
              <a:rPr sz="5400" b="0" i="0">
                <a:solidFill>
                  <a:srgbClr val="1A1917"/>
                </a:solidFill>
                <a:latin typeface="Segoe UI Emoji"/>
                <a:ea typeface="Segoe UI Emoji"/>
                <a:cs typeface="Segoe UI Emoji"/>
              </a:rPr>
              <a:t>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32054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45000"/>
              </a:lnSpc>
            </a:pPr>
            <a:r>
              <a:rPr sz="1900" b="1" i="0">
                <a:solidFill>
                  <a:srgbClr val="4A463E"/>
                </a:solidFill>
                <a:latin typeface="Arial"/>
                <a:ea typeface="微软雅黑"/>
              </a:rPr>
              <a:t>从工具集合走向工作流平台的一年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ellipse"/>
          <p:cNvSpPr/>
          <p:nvPr/>
        </p:nvSpPr>
        <p:spPr>
          <a:xfrm>
            <a:off x="7670800" y="-2341880"/>
            <a:ext cx="6604000" cy="6604000"/>
          </a:xfrm>
          <a:prstGeom prst="ellipse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mbient-ellipse"/>
          <p:cNvSpPr/>
          <p:nvPr/>
        </p:nvSpPr>
        <p:spPr>
          <a:xfrm>
            <a:off x="8496300" y="-1516380"/>
            <a:ext cx="4953000" cy="4953000"/>
          </a:xfrm>
          <a:prstGeom prst="ellipse">
            <a:avLst/>
          </a:prstGeom>
          <a:solidFill>
            <a:srgbClr val="F9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mbient-ellipse"/>
          <p:cNvSpPr/>
          <p:nvPr/>
        </p:nvSpPr>
        <p:spPr>
          <a:xfrm>
            <a:off x="9321800" y="-690880"/>
            <a:ext cx="3302000" cy="3302000"/>
          </a:xfrm>
          <a:prstGeom prst="ellipse">
            <a:avLst/>
          </a:prstGeom>
          <a:solidFill>
            <a:srgbClr val="F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mbient-ellipse"/>
          <p:cNvSpPr/>
          <p:nvPr/>
        </p:nvSpPr>
        <p:spPr>
          <a:xfrm>
            <a:off x="10147300" y="134620"/>
            <a:ext cx="1651000" cy="1651000"/>
          </a:xfrm>
          <a:prstGeom prst="ellipse">
            <a:avLst/>
          </a:prstGeom>
          <a:solidFill>
            <a:srgbClr val="F7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mbient-rect"/>
          <p:cNvSpPr/>
          <p:nvPr/>
        </p:nvSpPr>
        <p:spPr>
          <a:xfrm>
            <a:off x="0" y="0"/>
            <a:ext cx="1706880" cy="50800"/>
          </a:xfrm>
          <a:prstGeom prst="rect">
            <a:avLst/>
          </a:prstGeom>
          <a:solidFill>
            <a:srgbClr val="B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1549908"/>
            <a:ext cx="10363200" cy="13030"/>
          </a:xfrm>
          <a:prstGeom prst="rect">
            <a:avLst/>
          </a:prstGeom>
          <a:solidFill>
            <a:srgbClr val="E2DC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711175"/>
            <a:ext cx="10363200" cy="78867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</a:pPr>
            <a:r>
              <a:rPr sz="3400" b="0" i="0">
                <a:solidFill>
                  <a:srgbClr val="1A1917"/>
                </a:solidFill>
                <a:latin typeface="Georgia"/>
                <a:ea typeface="宋体"/>
              </a:rPr>
              <a:t>验收35 · Slide35 </a:t>
            </a:r>
            <a:r>
              <a:rPr sz="3400" b="0" i="0">
                <a:solidFill>
                  <a:srgbClr val="1A1917"/>
                </a:solidFill>
                <a:latin typeface="Segoe UI Emoji"/>
                <a:ea typeface="Segoe UI Emoji"/>
                <a:cs typeface="Segoe UI Emoji"/>
              </a:rPr>
              <a:t>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783080"/>
            <a:ext cx="10363200" cy="4251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228600" indent="-228600">
              <a:lnSpc>
                <a:spcPct val="162000"/>
              </a:lnSpc>
              <a:buClr>
                <a:srgbClr val="B4432B"/>
              </a:buClr>
              <a:buFont typeface="Arial"/>
              <a:buChar char="—"/>
            </a:pPr>
            <a:r>
              <a:rPr sz="1600" b="0" i="0">
                <a:solidFill>
                  <a:srgbClr val="4A463E"/>
                </a:solidFill>
                <a:latin typeface="Arial"/>
                <a:ea typeface="微软雅黑"/>
              </a:rPr>
              <a:t>第35页中文要点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B4432B"/>
              </a:buClr>
              <a:buFont typeface="Arial"/>
              <a:buChar char="—"/>
            </a:pPr>
            <a:r>
              <a:rPr sz="1600" b="0" i="0">
                <a:solidFill>
                  <a:srgbClr val="4A463E"/>
                </a:solidFill>
                <a:latin typeface="Arial"/>
                <a:ea typeface="微软雅黑"/>
              </a:rPr>
              <a:t>Editable bullet 35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B4432B"/>
              </a:buClr>
              <a:buFont typeface="Arial"/>
              <a:buChar char="—"/>
            </a:pPr>
            <a:r>
              <a:rPr sz="1600" b="0" i="0">
                <a:solidFill>
                  <a:srgbClr val="4A463E"/>
                </a:solidFill>
                <a:latin typeface="Arial"/>
                <a:ea typeface="微软雅黑"/>
              </a:rPr>
              <a:t>Unicode </a:t>
            </a:r>
            <a:r>
              <a:rPr sz="1600" b="0" i="0">
                <a:solidFill>
                  <a:srgbClr val="4A463E"/>
                </a:solidFill>
                <a:latin typeface="Segoe UI Emoji"/>
                <a:ea typeface="Segoe UI Emoji"/>
                <a:cs typeface="Segoe UI Emoji"/>
              </a:rPr>
              <a:t>🙂🚀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ellipse"/>
          <p:cNvSpPr/>
          <p:nvPr/>
        </p:nvSpPr>
        <p:spPr>
          <a:xfrm>
            <a:off x="7670800" y="-2341880"/>
            <a:ext cx="6604000" cy="6604000"/>
          </a:xfrm>
          <a:prstGeom prst="ellipse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mbient-ellipse"/>
          <p:cNvSpPr/>
          <p:nvPr/>
        </p:nvSpPr>
        <p:spPr>
          <a:xfrm>
            <a:off x="8496300" y="-1516380"/>
            <a:ext cx="4953000" cy="4953000"/>
          </a:xfrm>
          <a:prstGeom prst="ellipse">
            <a:avLst/>
          </a:prstGeom>
          <a:solidFill>
            <a:srgbClr val="F9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mbient-ellipse"/>
          <p:cNvSpPr/>
          <p:nvPr/>
        </p:nvSpPr>
        <p:spPr>
          <a:xfrm>
            <a:off x="9321800" y="-690880"/>
            <a:ext cx="3302000" cy="3302000"/>
          </a:xfrm>
          <a:prstGeom prst="ellipse">
            <a:avLst/>
          </a:prstGeom>
          <a:solidFill>
            <a:srgbClr val="F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mbient-ellipse"/>
          <p:cNvSpPr/>
          <p:nvPr/>
        </p:nvSpPr>
        <p:spPr>
          <a:xfrm>
            <a:off x="10147300" y="134620"/>
            <a:ext cx="1651000" cy="1651000"/>
          </a:xfrm>
          <a:prstGeom prst="ellipse">
            <a:avLst/>
          </a:prstGeom>
          <a:solidFill>
            <a:srgbClr val="F7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mbient-rect"/>
          <p:cNvSpPr/>
          <p:nvPr/>
        </p:nvSpPr>
        <p:spPr>
          <a:xfrm>
            <a:off x="0" y="0"/>
            <a:ext cx="1706880" cy="50800"/>
          </a:xfrm>
          <a:prstGeom prst="rect">
            <a:avLst/>
          </a:prstGeom>
          <a:solidFill>
            <a:srgbClr val="B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mbient-rect"/>
          <p:cNvSpPr/>
          <p:nvPr/>
        </p:nvSpPr>
        <p:spPr>
          <a:xfrm>
            <a:off x="10871200" y="6591300"/>
            <a:ext cx="1066800" cy="12700"/>
          </a:xfrm>
          <a:prstGeom prst="rect">
            <a:avLst/>
          </a:prstGeom>
          <a:solidFill>
            <a:srgbClr val="E2BA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mbient-rect"/>
          <p:cNvSpPr/>
          <p:nvPr/>
        </p:nvSpPr>
        <p:spPr>
          <a:xfrm>
            <a:off x="11925300" y="5537200"/>
            <a:ext cx="12700" cy="1066800"/>
          </a:xfrm>
          <a:prstGeom prst="rect">
            <a:avLst/>
          </a:prstGeom>
          <a:solidFill>
            <a:srgbClr val="E2BA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2503170"/>
            <a:ext cx="3657600" cy="342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50000"/>
              </a:lnSpc>
            </a:pPr>
            <a:r>
              <a:rPr sz="1100" b="1" i="0" spc="160">
                <a:solidFill>
                  <a:srgbClr val="B4432B"/>
                </a:solidFill>
                <a:latin typeface="Arial"/>
                <a:ea typeface="微软雅黑"/>
              </a:rPr>
              <a:t>第一部分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914650"/>
            <a:ext cx="8778240" cy="1714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2000"/>
              </a:lnSpc>
            </a:pPr>
            <a:r>
              <a:rPr sz="5400" b="0" i="0">
                <a:solidFill>
                  <a:srgbClr val="1A1917"/>
                </a:solidFill>
                <a:latin typeface="Georgia"/>
                <a:ea typeface="宋体"/>
              </a:rPr>
              <a:t>验收36 · Slide36 </a:t>
            </a:r>
            <a:r>
              <a:rPr sz="5400" b="0" i="0">
                <a:solidFill>
                  <a:srgbClr val="1A1917"/>
                </a:solidFill>
                <a:latin typeface="Segoe UI Emoji"/>
                <a:ea typeface="Segoe UI Emoji"/>
                <a:cs typeface="Segoe UI Emoji"/>
              </a:rPr>
              <a:t>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4800600"/>
            <a:ext cx="731520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65000"/>
              </a:lnSpc>
            </a:pPr>
            <a:r>
              <a:rPr sz="1500" b="0" i="0">
                <a:solidFill>
                  <a:srgbClr val="4A463E"/>
                </a:solidFill>
                <a:latin typeface="Arial"/>
                <a:ea typeface="微软雅黑"/>
              </a:rPr>
              <a:t>数据口径为财年内已确认收入，不含代理商未结算部分。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ellipse"/>
          <p:cNvSpPr/>
          <p:nvPr/>
        </p:nvSpPr>
        <p:spPr>
          <a:xfrm>
            <a:off x="7670800" y="-2341880"/>
            <a:ext cx="6604000" cy="6604000"/>
          </a:xfrm>
          <a:prstGeom prst="ellipse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mbient-ellipse"/>
          <p:cNvSpPr/>
          <p:nvPr/>
        </p:nvSpPr>
        <p:spPr>
          <a:xfrm>
            <a:off x="8496300" y="-1516380"/>
            <a:ext cx="4953000" cy="4953000"/>
          </a:xfrm>
          <a:prstGeom prst="ellipse">
            <a:avLst/>
          </a:prstGeom>
          <a:solidFill>
            <a:srgbClr val="F9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mbient-ellipse"/>
          <p:cNvSpPr/>
          <p:nvPr/>
        </p:nvSpPr>
        <p:spPr>
          <a:xfrm>
            <a:off x="9321800" y="-690880"/>
            <a:ext cx="3302000" cy="3302000"/>
          </a:xfrm>
          <a:prstGeom prst="ellipse">
            <a:avLst/>
          </a:prstGeom>
          <a:solidFill>
            <a:srgbClr val="F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mbient-ellipse"/>
          <p:cNvSpPr/>
          <p:nvPr/>
        </p:nvSpPr>
        <p:spPr>
          <a:xfrm>
            <a:off x="10147300" y="134620"/>
            <a:ext cx="1651000" cy="1651000"/>
          </a:xfrm>
          <a:prstGeom prst="ellipse">
            <a:avLst/>
          </a:prstGeom>
          <a:solidFill>
            <a:srgbClr val="F7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mbient-rect"/>
          <p:cNvSpPr/>
          <p:nvPr/>
        </p:nvSpPr>
        <p:spPr>
          <a:xfrm>
            <a:off x="0" y="0"/>
            <a:ext cx="1706880" cy="50800"/>
          </a:xfrm>
          <a:prstGeom prst="rect">
            <a:avLst/>
          </a:prstGeom>
          <a:solidFill>
            <a:srgbClr val="B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mbient-text"/>
          <p:cNvSpPr txBox="1"/>
          <p:nvPr/>
        </p:nvSpPr>
        <p:spPr>
          <a:xfrm>
            <a:off x="9144000" y="5486400"/>
            <a:ext cx="2926080" cy="13030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0800" b="0">
                <a:solidFill>
                  <a:srgbClr val="E9E4DA"/>
                </a:solidFill>
                <a:latin typeface="Georgia"/>
                <a:ea typeface="宋体"/>
              </a:rPr>
              <a:t>37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1584198"/>
            <a:ext cx="10363200" cy="13030"/>
          </a:xfrm>
          <a:prstGeom prst="rect">
            <a:avLst/>
          </a:prstGeom>
          <a:solidFill>
            <a:srgbClr val="E2DC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2880360"/>
            <a:ext cx="3169920" cy="34290"/>
          </a:xfrm>
          <a:prstGeom prst="rect">
            <a:avLst/>
          </a:prstGeom>
          <a:solidFill>
            <a:srgbClr val="B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11040" y="2880360"/>
            <a:ext cx="3169920" cy="34290"/>
          </a:xfrm>
          <a:prstGeom prst="rect">
            <a:avLst/>
          </a:prstGeom>
          <a:solidFill>
            <a:srgbClr val="B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07680" y="2880360"/>
            <a:ext cx="3169920" cy="34290"/>
          </a:xfrm>
          <a:prstGeom prst="rect">
            <a:avLst/>
          </a:prstGeom>
          <a:solidFill>
            <a:srgbClr val="B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711175"/>
            <a:ext cx="10363200" cy="78867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</a:pPr>
            <a:r>
              <a:rPr sz="3400" b="0" i="0">
                <a:solidFill>
                  <a:srgbClr val="1A1917"/>
                </a:solidFill>
                <a:latin typeface="Georgia"/>
                <a:ea typeface="宋体"/>
              </a:rPr>
              <a:t>验收37 · Slide37 </a:t>
            </a:r>
            <a:r>
              <a:rPr sz="3400" b="0" i="0">
                <a:solidFill>
                  <a:srgbClr val="1A1917"/>
                </a:solidFill>
                <a:latin typeface="Segoe UI Emoji"/>
                <a:ea typeface="Segoe UI Emoji"/>
                <a:cs typeface="Segoe UI Emoji"/>
              </a:rPr>
              <a:t>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2200" y="3263900"/>
            <a:ext cx="2814320" cy="1701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0000"/>
              </a:lnSpc>
            </a:pPr>
            <a:r>
              <a:rPr sz="4600" b="0" i="0">
                <a:solidFill>
                  <a:srgbClr val="B4432B"/>
                </a:solidFill>
                <a:latin typeface="Georgia"/>
                <a:ea typeface="宋体"/>
              </a:rPr>
              <a:t>37.2</a:t>
            </a:r>
          </a:p>
          <a:p>
            <a:pPr>
              <a:lnSpc>
                <a:spcPct val="140000"/>
              </a:lnSpc>
              <a:spcBef>
                <a:spcPts val="600"/>
              </a:spcBef>
            </a:pPr>
            <a:r>
              <a:rPr sz="1400" b="1" i="0">
                <a:solidFill>
                  <a:srgbClr val="1A1917"/>
                </a:solidFill>
                <a:latin typeface="Arial"/>
                <a:ea typeface="微软雅黑"/>
              </a:rPr>
              <a:t>指标2 Metric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sz="1200" b="0" i="0">
                <a:solidFill>
                  <a:srgbClr val="8A8478"/>
                </a:solidFill>
                <a:latin typeface="Arial"/>
                <a:ea typeface="微软雅黑"/>
              </a:rPr>
              <a:t>核对37-2 </a:t>
            </a:r>
            <a:r>
              <a:rPr sz="1200" b="0" i="0">
                <a:solidFill>
                  <a:srgbClr val="8A8478"/>
                </a:solidFill>
                <a:latin typeface="Segoe UI Emoji"/>
                <a:ea typeface="Segoe UI Emoji"/>
                <a:cs typeface="Segoe UI Emoji"/>
              </a:rPr>
              <a:t>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88840" y="3263900"/>
            <a:ext cx="2814320" cy="1701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0000"/>
              </a:lnSpc>
            </a:pPr>
            <a:r>
              <a:rPr sz="4600" b="0" i="0">
                <a:solidFill>
                  <a:srgbClr val="B4432B"/>
                </a:solidFill>
                <a:latin typeface="Georgia"/>
                <a:ea typeface="宋体"/>
              </a:rPr>
              <a:t>37.3</a:t>
            </a:r>
          </a:p>
          <a:p>
            <a:pPr>
              <a:lnSpc>
                <a:spcPct val="140000"/>
              </a:lnSpc>
              <a:spcBef>
                <a:spcPts val="600"/>
              </a:spcBef>
            </a:pPr>
            <a:r>
              <a:rPr sz="1400" b="1" i="0">
                <a:solidFill>
                  <a:srgbClr val="1A1917"/>
                </a:solidFill>
                <a:latin typeface="Arial"/>
                <a:ea typeface="微软雅黑"/>
              </a:rPr>
              <a:t>指标3 Metric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sz="1200" b="0" i="0">
                <a:solidFill>
                  <a:srgbClr val="8A8478"/>
                </a:solidFill>
                <a:latin typeface="Arial"/>
                <a:ea typeface="微软雅黑"/>
              </a:rPr>
              <a:t>核对37-3 </a:t>
            </a:r>
            <a:r>
              <a:rPr sz="1200" b="0" i="0">
                <a:solidFill>
                  <a:srgbClr val="8A8478"/>
                </a:solidFill>
                <a:latin typeface="Segoe UI Emoji"/>
                <a:ea typeface="Segoe UI Emoji"/>
                <a:cs typeface="Segoe UI Emoji"/>
              </a:rPr>
              <a:t>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5480" y="3263900"/>
            <a:ext cx="2814320" cy="1701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0000"/>
              </a:lnSpc>
            </a:pPr>
            <a:r>
              <a:rPr sz="4600" b="0" i="0">
                <a:solidFill>
                  <a:srgbClr val="B4432B"/>
                </a:solidFill>
                <a:latin typeface="Georgia"/>
                <a:ea typeface="宋体"/>
              </a:rPr>
              <a:t>37.4</a:t>
            </a:r>
          </a:p>
          <a:p>
            <a:pPr>
              <a:lnSpc>
                <a:spcPct val="140000"/>
              </a:lnSpc>
              <a:spcBef>
                <a:spcPts val="600"/>
              </a:spcBef>
            </a:pPr>
            <a:r>
              <a:rPr sz="1400" b="1" i="0">
                <a:solidFill>
                  <a:srgbClr val="1A1917"/>
                </a:solidFill>
                <a:latin typeface="Arial"/>
                <a:ea typeface="微软雅黑"/>
              </a:rPr>
              <a:t>指标4 Metric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sz="1200" b="0" i="0">
                <a:solidFill>
                  <a:srgbClr val="8A8478"/>
                </a:solidFill>
                <a:latin typeface="Arial"/>
                <a:ea typeface="微软雅黑"/>
              </a:rPr>
              <a:t>核对37-4 </a:t>
            </a:r>
            <a:r>
              <a:rPr sz="1200" b="0" i="0">
                <a:solidFill>
                  <a:srgbClr val="8A8478"/>
                </a:solidFill>
                <a:latin typeface="Segoe UI Emoji"/>
                <a:ea typeface="Segoe UI Emoji"/>
                <a:cs typeface="Segoe UI Emoji"/>
              </a:rPr>
              <a:t>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ellipse"/>
          <p:cNvSpPr/>
          <p:nvPr/>
        </p:nvSpPr>
        <p:spPr>
          <a:xfrm>
            <a:off x="7670800" y="-2341880"/>
            <a:ext cx="6604000" cy="6604000"/>
          </a:xfrm>
          <a:prstGeom prst="ellipse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mbient-ellipse"/>
          <p:cNvSpPr/>
          <p:nvPr/>
        </p:nvSpPr>
        <p:spPr>
          <a:xfrm>
            <a:off x="8496300" y="-1516380"/>
            <a:ext cx="4953000" cy="4953000"/>
          </a:xfrm>
          <a:prstGeom prst="ellipse">
            <a:avLst/>
          </a:prstGeom>
          <a:solidFill>
            <a:srgbClr val="F9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mbient-ellipse"/>
          <p:cNvSpPr/>
          <p:nvPr/>
        </p:nvSpPr>
        <p:spPr>
          <a:xfrm>
            <a:off x="9321800" y="-690880"/>
            <a:ext cx="3302000" cy="3302000"/>
          </a:xfrm>
          <a:prstGeom prst="ellipse">
            <a:avLst/>
          </a:prstGeom>
          <a:solidFill>
            <a:srgbClr val="F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mbient-ellipse"/>
          <p:cNvSpPr/>
          <p:nvPr/>
        </p:nvSpPr>
        <p:spPr>
          <a:xfrm>
            <a:off x="10147300" y="134620"/>
            <a:ext cx="1651000" cy="1651000"/>
          </a:xfrm>
          <a:prstGeom prst="ellipse">
            <a:avLst/>
          </a:prstGeom>
          <a:solidFill>
            <a:srgbClr val="F7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mbient-rect"/>
          <p:cNvSpPr/>
          <p:nvPr/>
        </p:nvSpPr>
        <p:spPr>
          <a:xfrm>
            <a:off x="0" y="0"/>
            <a:ext cx="1706880" cy="50800"/>
          </a:xfrm>
          <a:prstGeom prst="rect">
            <a:avLst/>
          </a:prstGeom>
          <a:solidFill>
            <a:srgbClr val="B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711175"/>
            <a:ext cx="10363200" cy="78867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</a:pPr>
            <a:r>
              <a:rPr sz="3400" b="0" i="0">
                <a:solidFill>
                  <a:srgbClr val="1A1917"/>
                </a:solidFill>
                <a:latin typeface="Georgia"/>
                <a:ea typeface="宋体"/>
              </a:rPr>
              <a:t>验收38 · Slide38 </a:t>
            </a:r>
            <a:r>
              <a:rPr sz="3400" b="0" i="0">
                <a:solidFill>
                  <a:srgbClr val="1A1917"/>
                </a:solidFill>
                <a:latin typeface="Segoe UI Emoji"/>
                <a:ea typeface="Segoe UI Emoji"/>
                <a:cs typeface="Segoe UI Emoji"/>
              </a:rPr>
              <a:t>🙂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914400" y="1865376"/>
          <a:ext cx="7315200" cy="420395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595360" y="1865376"/>
            <a:ext cx="2682240" cy="3771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65000"/>
              </a:lnSpc>
            </a:pPr>
            <a:r>
              <a:rPr sz="1500" b="0" i="0">
                <a:solidFill>
                  <a:srgbClr val="4A463E"/>
                </a:solidFill>
                <a:latin typeface="Arial"/>
                <a:ea typeface="微软雅黑"/>
              </a:rPr>
              <a:t>订阅收入连续四个季度环比增长，服务收入基本持平。Q4 的跃升主要来自两家大型制造业客户的集中签约。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ellipse"/>
          <p:cNvSpPr/>
          <p:nvPr/>
        </p:nvSpPr>
        <p:spPr>
          <a:xfrm>
            <a:off x="7670800" y="-2341880"/>
            <a:ext cx="6604000" cy="6604000"/>
          </a:xfrm>
          <a:prstGeom prst="ellipse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mbient-ellipse"/>
          <p:cNvSpPr/>
          <p:nvPr/>
        </p:nvSpPr>
        <p:spPr>
          <a:xfrm>
            <a:off x="8496300" y="-1516380"/>
            <a:ext cx="4953000" cy="4953000"/>
          </a:xfrm>
          <a:prstGeom prst="ellipse">
            <a:avLst/>
          </a:prstGeom>
          <a:solidFill>
            <a:srgbClr val="F9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mbient-ellipse"/>
          <p:cNvSpPr/>
          <p:nvPr/>
        </p:nvSpPr>
        <p:spPr>
          <a:xfrm>
            <a:off x="9321800" y="-690880"/>
            <a:ext cx="3302000" cy="3302000"/>
          </a:xfrm>
          <a:prstGeom prst="ellipse">
            <a:avLst/>
          </a:prstGeom>
          <a:solidFill>
            <a:srgbClr val="F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mbient-ellipse"/>
          <p:cNvSpPr/>
          <p:nvPr/>
        </p:nvSpPr>
        <p:spPr>
          <a:xfrm>
            <a:off x="10147300" y="134620"/>
            <a:ext cx="1651000" cy="1651000"/>
          </a:xfrm>
          <a:prstGeom prst="ellipse">
            <a:avLst/>
          </a:prstGeom>
          <a:solidFill>
            <a:srgbClr val="F7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mbient-rect"/>
          <p:cNvSpPr/>
          <p:nvPr/>
        </p:nvSpPr>
        <p:spPr>
          <a:xfrm>
            <a:off x="0" y="0"/>
            <a:ext cx="1706880" cy="50800"/>
          </a:xfrm>
          <a:prstGeom prst="rect">
            <a:avLst/>
          </a:prstGeom>
          <a:solidFill>
            <a:srgbClr val="B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60400" y="2271143"/>
            <a:ext cx="10871200" cy="3159185"/>
          </a:xfrm>
          <a:prstGeom prst="roundRect">
            <a:avLst>
              <a:gd name="adj" fmla="val 321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0400" y="533400"/>
            <a:ext cx="10871200" cy="49362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50000"/>
              </a:lnSpc>
            </a:pPr>
            <a:r>
              <a:rPr sz="1100" b="1" i="0" spc="160">
                <a:solidFill>
                  <a:srgbClr val="B4432B"/>
                </a:solidFill>
                <a:latin typeface="Arial"/>
                <a:ea typeface="微软雅黑"/>
              </a:rPr>
              <a:t>策略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400" y="1204823"/>
            <a:ext cx="10871200" cy="88852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</a:pPr>
            <a:r>
              <a:rPr sz="3400" b="0" i="0">
                <a:solidFill>
                  <a:srgbClr val="1A1917"/>
                </a:solidFill>
                <a:latin typeface="Georgia"/>
                <a:ea typeface="宋体"/>
              </a:rPr>
              <a:t>验收39 · Slide39 </a:t>
            </a:r>
            <a:r>
              <a:rPr sz="3400" b="0" i="0">
                <a:solidFill>
                  <a:srgbClr val="1A1917"/>
                </a:solidFill>
                <a:latin typeface="Segoe UI Emoji"/>
                <a:ea typeface="Segoe UI Emoji"/>
                <a:cs typeface="Segoe UI Emoji"/>
              </a:rPr>
              <a:t>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2800" y="2423543"/>
            <a:ext cx="5181600" cy="2854385"/>
          </a:xfrm>
          <a:prstGeom prst="roundRect">
            <a:avLst>
              <a:gd name="adj" fmla="val 355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200" y="2575943"/>
            <a:ext cx="4876800" cy="254958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45000"/>
              </a:lnSpc>
            </a:pPr>
            <a:r>
              <a:rPr sz="1900" b="1" i="0">
                <a:solidFill>
                  <a:srgbClr val="4A463E"/>
                </a:solidFill>
                <a:latin typeface="Segoe UI Emoji"/>
                <a:ea typeface="Segoe UI Emoji"/>
                <a:cs typeface="Segoe UI Emoji"/>
              </a:rPr>
              <a:t>🙂</a:t>
            </a:r>
            <a:r>
              <a:rPr sz="1900" b="1" i="0">
                <a:solidFill>
                  <a:srgbClr val="4A463E"/>
                </a:solidFill>
                <a:latin typeface="Arial"/>
                <a:ea typeface="微软雅黑"/>
              </a:rPr>
              <a:t> 卡片39A</a:t>
            </a:r>
          </a:p>
          <a:p>
            <a:pPr>
              <a:lnSpc>
                <a:spcPct val="165000"/>
              </a:lnSpc>
              <a:spcBef>
                <a:spcPts val="600"/>
              </a:spcBef>
            </a:pPr>
            <a:r>
              <a:rPr sz="1500" b="0" i="0">
                <a:solidFill>
                  <a:srgbClr val="4A463E"/>
                </a:solidFill>
                <a:latin typeface="Arial"/>
                <a:ea typeface="微软雅黑"/>
              </a:rPr>
              <a:t>中文正文 Edit 39A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7600" y="2423543"/>
            <a:ext cx="5181600" cy="2854385"/>
          </a:xfrm>
          <a:prstGeom prst="roundRect">
            <a:avLst>
              <a:gd name="adj" fmla="val 355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0" y="2575943"/>
            <a:ext cx="4876800" cy="254958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45000"/>
              </a:lnSpc>
            </a:pPr>
            <a:r>
              <a:rPr sz="1900" b="1" i="0">
                <a:solidFill>
                  <a:srgbClr val="4A463E"/>
                </a:solidFill>
                <a:latin typeface="Segoe UI Emoji"/>
                <a:ea typeface="Segoe UI Emoji"/>
                <a:cs typeface="Segoe UI Emoji"/>
              </a:rPr>
              <a:t>🚀</a:t>
            </a:r>
            <a:r>
              <a:rPr sz="1900" b="1" i="0">
                <a:solidFill>
                  <a:srgbClr val="4A463E"/>
                </a:solidFill>
                <a:latin typeface="Arial"/>
                <a:ea typeface="微软雅黑"/>
              </a:rPr>
              <a:t> 卡片39B</a:t>
            </a:r>
          </a:p>
          <a:p>
            <a:pPr>
              <a:lnSpc>
                <a:spcPct val="165000"/>
              </a:lnSpc>
              <a:spcBef>
                <a:spcPts val="600"/>
              </a:spcBef>
            </a:pPr>
            <a:r>
              <a:rPr sz="1500" b="0" i="0">
                <a:solidFill>
                  <a:srgbClr val="4A463E"/>
                </a:solidFill>
                <a:latin typeface="Arial"/>
                <a:ea typeface="微软雅黑"/>
              </a:rPr>
              <a:t>English body 39B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0400" y="5608128"/>
            <a:ext cx="10871200" cy="691072"/>
          </a:xfrm>
          <a:prstGeom prst="roundRect">
            <a:avLst>
              <a:gd name="adj" fmla="val 14701"/>
            </a:avLst>
          </a:prstGeom>
          <a:solidFill>
            <a:srgbClr val="FCFC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2800" y="5722428"/>
            <a:ext cx="10566400" cy="462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50000"/>
              </a:lnSpc>
            </a:pPr>
            <a:r>
              <a:rPr sz="1100" b="1" i="0" spc="160">
                <a:solidFill>
                  <a:srgbClr val="B4432B"/>
                </a:solidFill>
                <a:latin typeface="Segoe UI Emoji"/>
                <a:ea typeface="Segoe UI Emoji"/>
                <a:cs typeface="Segoe UI Emoji"/>
              </a:rPr>
              <a:t>🙂</a:t>
            </a:r>
            <a:r>
              <a:rPr sz="1100" b="1" i="0" spc="160">
                <a:solidFill>
                  <a:srgbClr val="B4432B"/>
                </a:solidFill>
                <a:latin typeface="Arial"/>
                <a:ea typeface="微软雅黑"/>
              </a:rPr>
              <a:t> 核对注39：Editable callout </a:t>
            </a:r>
            <a:r>
              <a:rPr sz="1100" b="1" i="0" spc="160">
                <a:solidFill>
                  <a:srgbClr val="B4432B"/>
                </a:solidFill>
                <a:latin typeface="Segoe UI Emoji"/>
                <a:ea typeface="Segoe UI Emoji"/>
                <a:cs typeface="Segoe UI Emoji"/>
              </a:rPr>
              <a:t>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ellipse"/>
          <p:cNvSpPr/>
          <p:nvPr/>
        </p:nvSpPr>
        <p:spPr>
          <a:xfrm>
            <a:off x="7670800" y="-2341880"/>
            <a:ext cx="6604000" cy="6604000"/>
          </a:xfrm>
          <a:prstGeom prst="ellipse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mbient-ellipse"/>
          <p:cNvSpPr/>
          <p:nvPr/>
        </p:nvSpPr>
        <p:spPr>
          <a:xfrm>
            <a:off x="8496300" y="-1516380"/>
            <a:ext cx="4953000" cy="4953000"/>
          </a:xfrm>
          <a:prstGeom prst="ellipse">
            <a:avLst/>
          </a:prstGeom>
          <a:solidFill>
            <a:srgbClr val="F9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mbient-ellipse"/>
          <p:cNvSpPr/>
          <p:nvPr/>
        </p:nvSpPr>
        <p:spPr>
          <a:xfrm>
            <a:off x="9321800" y="-690880"/>
            <a:ext cx="3302000" cy="3302000"/>
          </a:xfrm>
          <a:prstGeom prst="ellipse">
            <a:avLst/>
          </a:prstGeom>
          <a:solidFill>
            <a:srgbClr val="F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mbient-ellipse"/>
          <p:cNvSpPr/>
          <p:nvPr/>
        </p:nvSpPr>
        <p:spPr>
          <a:xfrm>
            <a:off x="10147300" y="134620"/>
            <a:ext cx="1651000" cy="1651000"/>
          </a:xfrm>
          <a:prstGeom prst="ellipse">
            <a:avLst/>
          </a:prstGeom>
          <a:solidFill>
            <a:srgbClr val="F7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mbient-rect"/>
          <p:cNvSpPr/>
          <p:nvPr/>
        </p:nvSpPr>
        <p:spPr>
          <a:xfrm>
            <a:off x="6092825" y="0"/>
            <a:ext cx="6350" cy="6858000"/>
          </a:xfrm>
          <a:prstGeom prst="rect">
            <a:avLst/>
          </a:prstGeom>
          <a:solidFill>
            <a:srgbClr val="E9E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mbient-rect"/>
          <p:cNvSpPr/>
          <p:nvPr/>
        </p:nvSpPr>
        <p:spPr>
          <a:xfrm>
            <a:off x="0" y="0"/>
            <a:ext cx="1706880" cy="50800"/>
          </a:xfrm>
          <a:prstGeom prst="rect">
            <a:avLst/>
          </a:prstGeom>
          <a:solidFill>
            <a:srgbClr val="B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711175"/>
            <a:ext cx="5120640" cy="11658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</a:pPr>
            <a:r>
              <a:rPr sz="3400" b="0" i="0">
                <a:solidFill>
                  <a:srgbClr val="1A1917"/>
                </a:solidFill>
                <a:latin typeface="Georgia"/>
                <a:ea typeface="宋体"/>
              </a:rPr>
              <a:t>验收40 · Slide40 </a:t>
            </a:r>
            <a:r>
              <a:rPr sz="3400" b="0" i="0">
                <a:solidFill>
                  <a:srgbClr val="1A1917"/>
                </a:solidFill>
                <a:latin typeface="Segoe UI Emoji"/>
                <a:ea typeface="Segoe UI Emoji"/>
                <a:cs typeface="Segoe UI Emoji"/>
              </a:rPr>
              <a:t>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57400"/>
            <a:ext cx="5120640" cy="401193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228600" indent="-228600">
              <a:lnSpc>
                <a:spcPct val="162000"/>
              </a:lnSpc>
              <a:buClr>
                <a:srgbClr val="B4432B"/>
              </a:buClr>
              <a:buFont typeface="Arial"/>
              <a:buChar char="—"/>
            </a:pPr>
            <a:r>
              <a:rPr sz="1600" b="0" i="0">
                <a:solidFill>
                  <a:srgbClr val="4A463E"/>
                </a:solidFill>
                <a:latin typeface="Arial"/>
                <a:ea typeface="微软雅黑"/>
              </a:rPr>
              <a:t>第40页中文要点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B4432B"/>
              </a:buClr>
              <a:buFont typeface="Arial"/>
              <a:buChar char="—"/>
            </a:pPr>
            <a:r>
              <a:rPr sz="1600" b="0" i="0">
                <a:solidFill>
                  <a:srgbClr val="4A463E"/>
                </a:solidFill>
                <a:latin typeface="Arial"/>
                <a:ea typeface="微软雅黑"/>
              </a:rPr>
              <a:t>Editable bullet 40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B4432B"/>
              </a:buClr>
              <a:buFont typeface="Arial"/>
              <a:buChar char="—"/>
            </a:pPr>
            <a:r>
              <a:rPr sz="1600" b="0" i="0">
                <a:solidFill>
                  <a:srgbClr val="4A463E"/>
                </a:solidFill>
                <a:latin typeface="Arial"/>
                <a:ea typeface="微软雅黑"/>
              </a:rPr>
              <a:t>Unicode </a:t>
            </a:r>
            <a:r>
              <a:rPr sz="1600" b="0" i="0">
                <a:solidFill>
                  <a:srgbClr val="4A463E"/>
                </a:solidFill>
                <a:latin typeface="Segoe UI Emoji"/>
                <a:ea typeface="Segoe UI Emoji"/>
                <a:cs typeface="Segoe UI Emoji"/>
              </a:rPr>
              <a:t>🙂🚀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44640" y="711175"/>
            <a:ext cx="4632960" cy="5435651"/>
          </a:xfrm>
          <a:prstGeom prst="rect">
            <a:avLst/>
          </a:prstGeom>
          <a:solidFill>
            <a:srgbClr val="F0E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3142" y="928601"/>
            <a:ext cx="2594458" cy="1848121"/>
          </a:xfrm>
          <a:prstGeom prst="ellipse">
            <a:avLst/>
          </a:prstGeom>
          <a:solidFill>
            <a:srgbClr val="E3C1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239098" y="1254740"/>
            <a:ext cx="1667866" cy="1087130"/>
          </a:xfrm>
          <a:prstGeom prst="ellipse">
            <a:avLst/>
          </a:prstGeom>
          <a:solidFill>
            <a:srgbClr val="DDB0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6644640" y="2885435"/>
            <a:ext cx="4632960" cy="3261390"/>
          </a:xfrm>
          <a:custGeom>
            <a:avLst/>
            <a:gdLst/>
            <a:ahLst/>
            <a:cxnLst/>
            <a:rect l="l" t="t" r="r" b="b"/>
            <a:pathLst>
              <a:path w="4632960" h="3261390">
                <a:moveTo>
                  <a:pt x="0" y="2065547"/>
                </a:moveTo>
                <a:lnTo>
                  <a:pt x="1575206" y="652278"/>
                </a:lnTo>
                <a:lnTo>
                  <a:pt x="2687117" y="1630695"/>
                </a:lnTo>
                <a:lnTo>
                  <a:pt x="4632960" y="0"/>
                </a:lnTo>
                <a:lnTo>
                  <a:pt x="4632960" y="3261390"/>
                </a:lnTo>
                <a:lnTo>
                  <a:pt x="0" y="3261390"/>
                </a:lnTo>
                <a:close/>
              </a:path>
            </a:pathLst>
          </a:custGeom>
          <a:solidFill>
            <a:srgbClr val="E6CA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15277" y="5385834"/>
            <a:ext cx="833933" cy="65228"/>
          </a:xfrm>
          <a:prstGeom prst="rect">
            <a:avLst/>
          </a:prstGeom>
          <a:solidFill>
            <a:srgbClr val="B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